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7"/>
  </p:notesMasterIdLst>
  <p:sldIdLst>
    <p:sldId id="4707" r:id="rId3"/>
    <p:sldId id="4851" r:id="rId4"/>
    <p:sldId id="4872" r:id="rId5"/>
    <p:sldId id="4871" r:id="rId6"/>
    <p:sldId id="4865" r:id="rId7"/>
    <p:sldId id="4856" r:id="rId8"/>
    <p:sldId id="4857" r:id="rId9"/>
    <p:sldId id="4858" r:id="rId10"/>
    <p:sldId id="4862" r:id="rId11"/>
    <p:sldId id="4863" r:id="rId12"/>
    <p:sldId id="4859" r:id="rId13"/>
    <p:sldId id="4860" r:id="rId14"/>
    <p:sldId id="4861" r:id="rId15"/>
    <p:sldId id="4839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71A3C-5625-443F-8378-119B612FF7E3}" v="68" dt="2026-01-01T14:40:37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10:55:09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4203 1763 24575,'-24'9'0,"1"1"0,0 2 0,0 0 0,1 1 0,1 1 0,-29 24 0,-106 115 0,108-102 0,-91 76 0,1-28 0,-4-5 0,-171 82 0,-326 101 0,535-238 0,-1-5 0,-3-4 0,-110 15 0,209-44 0,-2 1 0,-1-1 0,1 0 0,-1 0 0,-17-3 0,26 2 0,0-1 0,1 1 0,-1-1 0,1 0 0,-1 1 0,1-1 0,-1-1 0,1 1 0,-1 0 0,1-1 0,0 1 0,0-1 0,0 1 0,0-1 0,0 0 0,0 0 0,0 0 0,0 0 0,1 0 0,-1-1 0,1 1 0,0 0 0,0-1 0,-2-3 0,-2-16 0,0-1 0,1 0 0,2 0 0,0 0 0,3-39 0,-1 50 0,0 7 0,1 0 0,0 0 0,-1-1 0,2 1 0,-1 0 0,1 0 0,-1 0 0,1 0 0,1 0 0,-1 0 0,1 1 0,0-1 0,0 1 0,0 0 0,0 0 0,1 0 0,0 0 0,0 0 0,0 1 0,6-4 0,9-5 0,0 1 0,0 1 0,36-13 0,-38 16 0,99-36 0,214-50 0,133 16 0,-445 74 0,10-1 0,-1 2 0,1 0 0,34 3 0,-59-1 0,-1 1 0,1-1 0,-1 1 0,0-1 0,1 1 0,-1 0 0,1 0 0,-1 0 0,0 0 0,3 2 0,-4-3 0,-1 0 0,1 1 0,-1-1 0,0 1 0,1-1 0,-1 1 0,1-1 0,-1 1 0,0-1 0,1 1 0,-1-1 0,0 1 0,0 0 0,0-1 0,1 1 0,-1-1 0,0 1 0,0 0 0,0-1 0,0 1 0,0-1 0,0 1 0,0 0 0,0-1 0,0 1 0,-1 1 0,0 0 0,-1 1 0,1 0 0,-1-1 0,0 1 0,0-1 0,0 0 0,-1 1 0,1-1 0,0 0 0,-1 0 0,0-1 0,1 1 0,-1 0 0,0-1 0,-3 2 0,-28 10 0,0 0 0,0-3 0,-1 0 0,0-3 0,-49 5 0,19-6 0,-2-3 0,-70-6 0,89-1 0,0-2 0,0-2 0,-92-28 0,117 28 0,1 0 0,-1-2 0,2-1 0,0 0 0,0-2 0,1 0 0,0-2 0,2 0 0,-33-33 0,44 40 0,0 0 0,1 0 0,0-1 0,0 0 0,1 0 0,0 0 0,1-1 0,0 0 0,0 0 0,1 0 0,1 0 0,-3-16 0,5 19 0,0 0 0,0 1 0,0-1 0,1 0 0,1 1 0,-1-1 0,1 1 0,0-1 0,0 1 0,1 0 0,0-1 0,0 1 0,0 1 0,1-1 0,0 0 0,0 1 0,0 0 0,1 0 0,-1 0 0,11-8 0,15-7 0,1 0 0,1 2 0,1 1 0,0 2 0,1 1 0,56-15 0,21-2 0,0 5 0,125-12 0,230 7 0,-438 30 0,188 2 0,-184 2 0,0 1 0,0 1 0,0 1 0,46 17 0,-71-21 0,0 1 0,-1-1 0,0 1 0,0 1 0,0-1 0,0 1 0,-1 0 0,1 1 0,-1-1 0,0 1 0,8 10 0,-11-12 0,0 1 0,0-1 0,0 0 0,-1 0 0,0 1 0,0-1 0,0 1 0,0 0 0,0-1 0,-1 1 0,1-1 0,-1 1 0,0 0 0,0-1 0,-1 1 0,1 0 0,-1-1 0,0 1 0,0-1 0,0 1 0,0-1 0,0 1 0,-3 4 0,-2 2 0,0 0 0,0-1 0,-1 0 0,0 0 0,-1 0 0,0-1 0,-13 12 0,-8 2 0,-41 26 0,-14-1-7,-1-4 0,-2-3-1,-2-4 1,-139 36 0,-389 58-940,-818 31-1290,1278-160 2237,153-1 0,-1-1 0,0 1 0,1-1 0,-1 0 0,1 0 0,-1-1 0,-5-2 0,10 4 0,0 0 0,-1 0 0,1 0 0,0 0 0,-1-1 0,1 1 0,0 0 0,0 0 0,-1-1 0,1 1 0,0 0 0,0-1 0,-1 1 0,1 0 0,0-1 0,0 1 0,0 0 0,-1-1 0,1 1 0,0 0 0,0-1 0,0 1 0,0 0 0,0-1 0,0 1 0,0-1 0,0 1 0,0 0 0,0-1 0,0 1 0,0 0 0,0-1 0,0 1 0,0-1 0,0 1 0,1 0 0,-1-1 0,0 1 0,0 0 0,0-1 0,1 1 0,-1 0 0,0-1 0,1 1 0,5-5 0,1 0 0,0 0 0,0 1 0,0 0 0,0 0 0,1 1 0,9-3 0,170-52 0,127-19-83,2 14 0,3 13 1,341-7-1,-539 53 984,206 20 0,-300-12-657,0 0 0,27 9 0,-48-11-215,0 0-1,0 0 1,0 0 0,0 1-1,-1 0 1,0 0-1,1 1 1,-1 0-1,0-1 1,-1 2-1,1-1 1,-1 0-1,7 9 1,-9-9-28,0 0 0,0 0 0,0 0 0,-1 0 0,1 1 0,-1-1 0,0 0 0,0 0 0,-1 1 0,1-1 0,-1 1 0,0-1 0,0 1 0,-1-1 0,1 0 0,-1 1 0,0-1 0,0 0 0,0 1 0,-1-1 0,1 0-1,-1 0 1,0 0 0,0 0 0,-1-1 0,-3 6 0,-4 5 16,-1-1 0,0 0 0,-1-1 0,-1 0 0,-21 16 0,-4-2 58,0-2 0,-1-2 0,-1-1 1,-2-2-1,1-2 0,-74 19 0,64-23-81,0-3 0,-1-1 0,0-3 0,0-3-1,-82-4 1,116 0 6,0-1 0,0-1 0,0-1 0,1 0 0,-1-1 0,1-1 0,0-1 0,0 0 0,1-1 0,0-1 0,1-1 0,-25-19 0,28 18 0,0-1 0,0-1 0,1 1 0,1-2 0,0 0 0,1 0 0,1-1 0,0 0 0,1 0 0,0 0 0,2-1 0,-1 0 0,-4-29 0,-2-69 0,8 97 0,-1 18 0,-6 31 0,2-5 0,-1 0 0,-1 0 0,-1-2 0,-2 0 0,0 0 0,-2-1 0,0-1 0,-2 0 0,-1-2 0,0 0 0,-41 34 0,32-33 0,0-1 0,-2-1 0,0-1 0,-1-2 0,-1-1 0,0-1 0,-1-2 0,0-2 0,-47 10 0,45-14 0,-1-2 0,0-2 0,0-1 0,0-2 0,-1-1 0,1-2 0,1-2 0,-43-10 0,61 10 0,0 0 0,1-1 0,0-1 0,0-1 0,1 0 0,0-1 0,1 0 0,-18-15 0,23 15 0,0 0 0,0 0 0,1-1 0,1 0 0,-1 0 0,2-1 0,-1 0 0,2 0 0,-1 0 0,1-1 0,1 0 0,-4-18 0,1-7 0,2-1 0,1 0 0,2 0 0,2 0 0,1 0 0,10-59 0,0 127 0,17 135 0,6 180 0,-34-340 0,1 21 0,-3 48 0,1-69 0,1 0 0,-1 1 0,0-1 0,0 0 0,-1 0 0,1 1 0,-1-1 0,-1 0 0,1-1 0,0 1 0,-1 0 0,0-1 0,0 1 0,-1-1 0,-5 6 0,6-9 0,1 1 0,-1-1 0,0 0 0,0 0 0,0 0 0,1-1 0,-1 1 0,0-1 0,0 1 0,0-1 0,0 0 0,0 0 0,0-1 0,0 1 0,0 0 0,0-1 0,0 0 0,0 0 0,0 0 0,0 0 0,1 0 0,-1 0 0,0-1 0,1 1 0,-1-1 0,1 0 0,0 0 0,-3-2 0,-7-6 0,-1-1 0,2 0 0,0 0 0,-11-15 0,-1-6 0,2-1 0,1-1 0,1-2 0,3 1 0,0-2 0,-13-50 0,1-18 0,-16-114 0,14 25 0,46 371 0,19 451 0,-41-577 0,-3-33 0,9-18 0,-1 0 0,1 0 0,-1 1 0,0-1 0,1 0 0,-1 0 0,1 0 0,-1 0 0,1 0 0,-1 0 0,1 0 0,-1 0 0,1 0 0,-1 0 0,1 0 0,-1 0 0,1-1 0,-1 1 0,1 0 0,-1 0 0,1 0 0,-1-1 0,1 1 0,-1 0 0,1-1 0,-1 1 0,1 0 0,0-1 0,-1 1 0,1-1 0,0 1 0,-1-1 0,1 0 0,-6-7 0,0 0 0,1-1 0,0 1 0,1-1 0,0-1 0,0 1 0,1 0 0,-3-14 0,0 4 0,-169-750 0,174 765 0,-32-194 0,-30-133 0,54 303 0,9 28 0,0 0 0,0 0 0,-1 0 0,1 0 0,0 0 0,0 0 0,0 0 0,0 0 0,-1 0 0,1 0 0,0 0 0,0 0 0,0 0 0,0 0 0,-1 0 0,1 0 0,0 0 0,0 0 0,0 0 0,0 0 0,0 1 0,-1-1 0,1 0 0,0 0 0,0 0 0,0 0 0,0 0 0,0 0 0,0 0 0,-1 1 0,1-1 0,0 0 0,0 0 0,0 0 0,0 0 0,0 0 0,0 1 0,0-1 0,0 0 0,0 0 0,0 0 0,0 0 0,0 0 0,0 1 0,0-1 0,0 0 0,0 0 0,0 0 0,0 0 0,0 1 0,0-1 0,0 0 0,0 0 0,0 0 0,0 0 0,0 0 0,0 1 0,0-1 0,0 0 0,0 0 0,1 0 0,-1 0 0,1 52 0,26 219 0,5 94 0,-27-69 0,-6-333 0,9-889 0,-7 889 0,-1 26 0,-1 0 0,2 0 0,-1 0 0,2 0 0,-1 0 0,1 1 0,1-1 0,0 0 0,1 1 0,6-15 0,-10 25 0,1-1 0,-1 1 0,0 0 0,0-1 0,1 1 0,-1-1 0,0 1 0,1 0 0,-1-1 0,1 1 0,-1 0 0,1 0 0,-1-1 0,0 1 0,1 0 0,-1 0 0,1-1 0,-1 1 0,1 0 0,-1 0 0,1 0 0,-1 0 0,1 0 0,-1 0 0,1 0 0,-1 0 0,1 0 0,0 0 0,-1 0 0,1 0 0,-1 0 0,1 0 0,-1 1 0,0-1 0,1 0 0,-1 0 0,1 1 0,-1-1 0,1 0 0,-1 0 0,1 1 0,-1 0 0,16 19 0,3 13 0,-3 0 0,0 1 0,-3 1 0,11 36 0,29 150 0,-41-167 0,6 32 0,24 94 0,-63-327 0,-60-699 0,81 846 0,0 0 0,1 0 0,-1 0 0,0 0 0,0 0 0,0 0 0,0 0 0,0 0 0,0 0 0,0 0 0,1 0 0,-1 0 0,0 0 0,0 0 0,0 0 0,0 0 0,0 0 0,0 0 0,0 0 0,1 0 0,-1 0 0,0 0 0,0 0 0,0 0 0,0 0 0,0 0 0,0 0 0,0 0 0,0 0 0,1-1 0,-1 1 0,0 0 0,0 0 0,0 0 0,0 0 0,0 0 0,0 0 0,0 0 0,0 0 0,0-1 0,0 1 0,0 0 0,10 23 0,11 40 0,12 65 0,25 78 0,-52-193 0,-4-14 0,-5-23 0,-115-410 0,24 109 0,47 122 0,36 172 0,7 43 0,4 48 0,0-58 0,27 363 0,-25-350 0,-1-11 0,0 0 0,0 0 0,-1 0 0,1 1 0,-1-1 0,0 0 0,0 0 0,-1 0 0,1 0 0,-1 0 0,0 0 0,0 0 0,0 0 0,-3 7 0,4-11 0,0 0 0,0 0 0,-1 0 0,1 0 0,0 1 0,0-1 0,0 0 0,-1 0 0,1 0 0,0 0 0,0 0 0,-1 0 0,1 0 0,0 0 0,0 0 0,-1 0 0,1 0 0,0 0 0,0 0 0,-1 0 0,1 0 0,0 0 0,0 0 0,-1 0 0,1 0 0,0 0 0,0 0 0,-1 0 0,1 0 0,0-1 0,0 1 0,0 0 0,-1 0 0,1 0 0,0 0 0,0-1 0,0 1 0,0 0 0,-1 0 0,1 0 0,0-1 0,0 1 0,-9-17 0,-1-17 0,1-4 0,1 0 0,1 0 0,3 0 0,0-39 0,4 72 0,0 0 0,1 0 0,0 0 0,0 0 0,0 1 0,0-1 0,1 0 0,0 1 0,0-1 0,0 1 0,1-1 0,-1 1 0,1 0 0,0 0 0,0 0 0,1 1 0,-1-1 0,1 1 0,0 0 0,-1 0 0,1 0 0,1 0 0,-1 1 0,0-1 0,1 1 0,-1 0 0,1 0 0,5-1 0,3 0 0,0 1 0,-1 0 0,1 0 0,0 1 0,0 1 0,0 0 0,0 1 0,0 0 0,22 6 0,131 38 0,40 9 0,17 5 0,58 11 0,279-14 0,0-44 0,-208-22 0,-108 1 0,-88 6 0,709-40 0,-505-2 0,112-12 0,3 33 0,-331 25 0,962-30 0,-545-7 0,-415 35 0,271 34 0,-153 6 0,365 6 0,-305-48 0,265 4 0,-303 26 0,-116-9 0,-123-12 0,-1 1 0,1 2 0,-1 2 0,54 22 0,-99-33 0,1 0 0,0 1 0,0 0 0,-1-1 0,1 1 0,-1 0 0,1 0 0,-1 0 0,1 0 0,-1 0 0,1 1 0,-1-1 0,0 0 0,2 2 0,-3-3 0,0 1 0,0-1 0,0 1 0,-1-1 0,1 1 0,0-1 0,0 1 0,0-1 0,0 0 0,0 1 0,0-1 0,-1 1 0,1-1 0,0 0 0,0 1 0,-1-1 0,1 1 0,0-1 0,0 0 0,-1 1 0,1-1 0,0 0 0,-1 0 0,1 1 0,-1-1 0,1 0 0,0 0 0,-1 0 0,1 1 0,-1-1 0,1 0 0,0 0 0,-1 0 0,-56 12 0,-413 3 0,330-17 0,-268 11 0,-424 65 0,651-50 0,-367 41 0,-657 71-4,606-60-661,-704 50 498,-1-75 200,625-67-66,5 0 200,570 17 437,-106-2-539,206 1-65,0-1 0,0 1 0,0-1 0,1 0 0,-1-1 0,0 1 0,1-1 0,-1 1 0,1-1 0,-1 0 0,1 0 0,0-1 0,0 1 0,0-1 0,0 1 0,-3-4 0,-3-6 0,0 0 0,0-1 0,-6-13 0,8 13 0,0 1 0,-1 1 0,-14-17 0,3 12 0,-1 0 0,-1 2 0,0 0 0,-1 2 0,-46-20 0,16 7 0,22 13 0,1 1 0,-2 1 0,1 2 0,-38-6 0,37 9 0,2-2 0,-1-1 0,1-1 0,-44-20 0,72 28 0,0 1 0,0-1 0,-1 0 0,1 0 0,0 1 0,0-1 0,0 1 0,-1-1 0,1 1 0,0 0 0,-1 0 0,1-1 0,0 1 0,-1 0 0,1 0 0,-1 0 0,1 0 0,0 1 0,-1-1 0,1 0 0,0 0 0,-1 1 0,1-1 0,0 1 0,0-1 0,-1 1 0,1 0 0,0-1 0,0 1 0,0 0 0,0 0 0,0 0 0,0 0 0,0 0 0,0 0 0,0 0 0,0 0 0,1 0 0,-1 0 0,0 0 0,1 1 0,-1-1 0,1 0 0,-1 1 0,1-1 0,0 0 0,0 1 0,-1 1 0,-1 12 0,0-1 0,1 1 0,1 28 0,0-20 0,3 813 0,-6-810 0,0-1 0,-2 1 0,-1-1 0,-1 0 0,-1 0 0,-1-1 0,-22 43 0,8-18 0,6-13 0,-2-1 0,-2 0 0,-1-2 0,-43 52 0,-124 112 0,51-56 0,133-136 0,-26 29 0,-29 41 0,52-64 0,1 0 0,0 1 0,1 0 0,1 0 0,-1 1 0,2-1 0,0 1 0,-3 17 0,8-41 0,2-10 0,0 0 0,13-40 0,2 19 0,2 0 0,1 2 0,3 0 0,33-44 0,129-140 0,-40 51 0,-104 119 0,-2-1 0,-2-1 0,-3-3 0,38-84 0,-54 94 0,3 0 0,2 2 0,39-59 0,-50 89 0,1 0 0,0 0 0,1 1 0,1 1 0,0 1 0,1 0 0,0 1 0,1 1 0,1 0 0,37-16 0,11 4 0,1 3 0,1 3 0,92-11 0,73-19 0,-166 30 0,0-4 0,100-47 0,-166 68 0,-1 0 0,0 0 0,1 0 0,-1 0 0,1 0 0,-1 1 0,1-1 0,0 0 0,-1 1 0,1-1 0,-1 1 0,1 0 0,0-1 0,0 1 0,2 0 0,-28 28 0,-185 168 0,-174 177 0,302-286 0,5 3 0,-97 149 0,131-171 0,27-41 0,34-53 0,-17 22 0,132-205 0,196-234 0,-181 280 0,7 6 0,258-200 0,-392 340 0,-1-1 0,1 1 0,1 1 0,1 1 0,44-20 0,-67 34 0,0 0 0,1 1 0,-1-1 0,1 0 0,-1 1 0,1-1 0,-1 1 0,1 0 0,-1 0 0,1-1 0,-1 1 0,1 0 0,-1 0 0,1 1 0,-1-1 0,1 0 0,-1 0 0,1 1 0,-1-1 0,1 1 0,-1-1 0,0 1 0,2 0 0,-2 1 0,0-1 0,-1 1 0,1-1 0,0 1 0,-1-1 0,0 1 0,1-1 0,-1 1 0,0 0 0,0-1 0,0 1 0,0 0 0,0-1 0,0 1 0,0-1 0,0 1 0,-1 0 0,1-1 0,-1 1 0,-1 2 0,-4 15 0,-2 0 0,0-1 0,-1 0 0,0-1 0,-18 24 0,-71 80 0,69-88 0,-91 101 0,-188 161 0,-161 90 0,403-333 0,41-32 0,1-2 0,-33 34 0,92-69 0,-23 9 0,17-10 0,-1-1 0,0-1 0,-2-2 0,31-31 0,-55 50 0,1 0 0,-1 1 0,0-1 0,-1 0 0,1 0 0,-1 0 0,1 0 0,-1-1 0,0 1 0,0 0 0,0-1 0,0 1 0,-1 0 0,1-1 0,-1 1 0,0-1 0,0 1 0,0 0 0,-1-1 0,1 1 0,-1-1 0,0 1 0,0 0 0,0 0 0,0-1 0,-3-4 0,-4-5 0,-1-1 0,0 1 0,-1 1 0,-20-20 0,-18-27 0,40 43 0,-1 1 0,8 15 0,1 0 0,-1 0 0,1 0 0,-1 1 0,1-1 0,-1 0 0,1 0 0,-1 1 0,1-1 0,-1 0 0,1 1 0,-1-1 0,1 1 0,-1-1 0,1 0 0,0 1 0,-1-1 0,1 1 0,0-1 0,-1 1 0,1-1 0,0 1 0,0 0 0,-1-1 0,1 1 0,0-1 0,0 1 0,0-1 0,0 1 0,0 1 0,-12 21 0,0 0 0,-2 0 0,-1-1 0,0-1 0,-2-1 0,0 0 0,-1-1 0,-1-1 0,-1 0 0,-1-2 0,-24 15 0,44-29 0,-1-1 0,1 0 0,-1 1 0,0-1 0,1 0 0,-1 0 0,0 0 0,0 0 0,0-1 0,0 1 0,1 0 0,-1-1 0,0 0 0,0 1 0,0-1 0,0 0 0,-1 0 0,1 0 0,0 0 0,0 0 0,0 0 0,0-1 0,0 1 0,0-1 0,-3-1 0,3 0 0,0 0 0,1 0 0,-1 0 0,0 0 0,1 0 0,-1-1 0,1 1 0,0-1 0,0 1 0,0-1 0,0 1 0,0-1 0,0 0 0,1 1 0,-1-1 0,1-3 0,-1-15 0,0 0 0,1 0 0,6-34 0,-4 41 0,0 0 0,1 0 0,1 0 0,0 0 0,1 1 0,0-1 0,1 1 0,10-15 0,-11 20 0,1 0 0,0 0 0,1 1 0,0 0 0,0 0 0,0 1 0,1 0 0,0 0 0,0 1 0,1 0 0,-1 0 0,1 1 0,11-4 0,7-1 0,1 2 0,0 2 0,0 0 0,1 2 0,-1 0 0,1 3 0,-1 0 0,46 7 0,23 8 0,105 32 0,-200-47 0,695 233 0,-20 59 0,-543-219 0,-129-71 0,-1 0 0,0-1 0,1 0 0,-1 0 0,1 0 0,-1-1 0,1 1 0,-1-1 0,1 0 0,-1 0 0,1-1 0,-1 0 0,1 1 0,-1-1 0,1-1 0,-1 1 0,0-1 0,6-2 0,10-6 0,-1 0 0,27-20 0,-37 25 0,42-33 0,-2-1 0,-1-3 0,65-73 0,107-159 0,-165 192 0,-39 56 0,1 1 0,1 0 0,30-31 0,-46 54 0,-1 1 0,1 0 0,0 0 0,-1-1 0,1 1 0,0 0 0,0 0 0,0 1 0,0-1 0,0 0 0,0 1 0,0-1 0,0 1 0,0-1 0,0 1 0,0 0 0,0 0 0,0 0 0,0 0 0,1 1 0,-1-1 0,0 0 0,0 1 0,0-1 0,0 1 0,0 0 0,0 0 0,-1 0 0,1 0 0,0 0 0,0 0 0,-1 0 0,1 1 0,0-1 0,-1 0 0,1 1 0,1 3 0,9 7 0,-1 2 0,-1-1 0,16 27 0,-13-18 0,-2-6 0,7 7 0,-2 0 0,-1 1 0,-1 1 0,-1 1 0,-1 0 0,9 29 0,-21-52 0,1-1 0,0 1 0,-1 0 0,0 0 0,1-1 0,-1 1 0,0 0 0,-1-1 0,1 1 0,0 0 0,-1 0 0,0-1 0,1 1 0,-1 0 0,0-1 0,0 1 0,0-1 0,-1 0 0,1 1 0,-1-1 0,1 0 0,-1 0 0,0 1 0,0-1 0,0-1 0,0 1 0,-3 2 0,-3 1 0,-1 0 0,0 0 0,-1-1 0,1 0 0,-1-1 0,-16 4 0,-49 9 0,0-3 0,-114 4 0,-160-13 0,314-4 0,-23-2 0,261-1 0,970-75 0,-766 44 0,-249 25 0,-147 9 0,-1 0 0,0 0 0,0 1 0,15 3 0,-25-4 0,1 0 0,-1 1 0,0-1 0,1 0 0,-1 0 0,1 0 0,-1 0 0,0 0 0,1 1 0,-1-1 0,1 0 0,-1 0 0,0 0 0,1 1 0,-1-1 0,0 0 0,0 1 0,1-1 0,-1 0 0,0 1 0,0-1 0,1 0 0,-1 1 0,0-1 0,0 0 0,0 1 0,1-1 0,-1 1 0,0-1 0,0 1 0,0-1 0,0 0 0,0 1 0,0-1 0,0 1 0,0-1 0,0 0 0,0 2 0,-2 0 0,0 0 0,1 0 0,-1 0 0,0 0 0,0 0 0,0 0 0,-1 0 0,1-1 0,0 1 0,-1-1 0,-2 2 0,-57 28 0,-121 41 0,102-42 0,68-25 0,-1469 570 0,1426-553 0,38-17 0,1 2 0,0 0 0,0 0 0,1 2 0,0 0 0,-18 14 0,34-23 0,0 0 0,0 0 0,-1 0 0,1 0 0,0 0 0,0 0 0,0 0 0,0 0 0,0 0 0,0 1 0,-1-1 0,1 0 0,0 0 0,0 0 0,0 0 0,0 0 0,0 0 0,0 0 0,0 1 0,0-1 0,0 0 0,0 0 0,-1 0 0,1 0 0,0 0 0,0 1 0,0-1 0,0 0 0,0 0 0,0 0 0,0 0 0,0 0 0,0 1 0,0-1 0,0 0 0,0 0 0,0 0 0,1 0 0,-1 1 0,0-1 0,0 0 0,0 0 0,0 0 0,0 0 0,0 0 0,0 0 0,0 1 0,0-1 0,0 0 0,1 0 0,-1 0 0,0 0 0,0 0 0,0 0 0,0 0 0,0 0 0,1 0 0,17 1 0,21-7 0,0-1 0,62-21 0,-47 12 0,1592-331-1966,-1467 322 983,-112 20 340,-66 5 637,-1 0 0,0 0 0,1 0-1,-1 0 1,0 0 0,1 0 0,-1 0 0,0 0 0,1 0 0,-1 0 0,0 0-1,1 0 1,-1 0 0,0 0 0,1 0 0,-1 0 0,0 0 0,1 0-1,-1 0 1,0 0 0,1 1 0,-1-1 0,0 0 0,0 0 0,1 0 0,-1 1-1,0-1 1,0 0 0,1 0 0,-1 1 0,0-1 0,0 0 0,0 0-1,1 1 1,-1-1 0,0 0 0,0 1 0,0-1 0,-24 15-123,-57 13 127,-153 35-1,-734 134 334,-8-33 2149,858-145-2286,-226 30-94,335-50-100,20-5 0,36-10 0,481-102-64,-20 6 845,-502 111-760,0-1 0,0 1 0,0-1-1,-1-1 1,1 1 0,5-4 0,-11 5-21,0 1 0,1 0 0,-1 0 0,0 0 0,0 0 0,0 0 0,0-1-1,0 1 1,0 0 0,0 0 0,0 0 0,0-1 0,0 1 0,0 0 0,0 0 0,0 0 0,0 0-1,0-1 1,0 1 0,0 0 0,0 0 0,0 0 0,0-1 0,0 1 0,0 0 0,0 0 0,0 0-1,0 0 1,0-1 0,0 1 0,-1 0 0,1 0 0,0 0 0,0 0 0,0 0 0,0-1 0,0 1-1,0 0 1,-1 0 0,1 0 0,0 0 0,0 0 0,0 0 0,0 0 0,-1 0 0,1 0 0,0-1-1,0 1 1,0 0 0,-1 0 0,1 0 0,0 0 0,0 0 0,-30-5 2,-70 0-2,-194 17 0,202-6 0,-527 59 0,583-56 0,32-5 0,25-2 0,212-8 0,-179 3 0,227-15 0,2006-146-3527,-2212 158 3527,-20 1 0,82 3 0,-119 6 0,-17-3 0,-1-1 0,0 0 0,0 0 0,0 0 0,0 0 0,0 1 0,0-1 0,0 0 0,1 0 0,-1 0 0,0 0 0,0 1 0,0-1 0,0 0 0,0 0 0,0 0 0,0 1 0,0-1 0,0 0 0,0 0 0,0 0 0,0 1 0,0-1 0,0 0 0,0 0 0,0 0 0,-1 1 0,1-1 0,0 0 0,0 0 0,0 0 0,0 1 0,0-1 0,0 0 0,0 0 0,-1 0 0,1 0 0,0 0 0,0 1 0,0-1 0,0 0 0,-1 0 0,1 0 0,0 0 0,0 0 0,0 0 0,-1 0 0,-17 11 0,0-1 0,0 0 0,-1-2 0,-1 0 0,-37 9 0,0 1 0,-848 246-553,-7-49-946,769-183 1536,25-3 586,91-17-508,27-12-114,1 1 0,-1-1 0,0 1 1,1-1-1,-1 1 0,1-1 0,0 1 0,-1-1 0,1 0 0,-1 1 1,1-1-1,0 0 0,-1 1 0,1-1 0,0 0 0,-1 0 0,1 0 1,0 0-1,-1 1 0,1-1 0,0 0 0,-1 0 0,1 0 1,1-1-1,92 5-30,169-12 29,151-16-164,101-17-573,2811-403 1680,-2924 368-650,-359 67-233,-71 14-62,-272 52 1473,-2-13-1,-420 6 0,224-51-1470,481 1 0,0 0 0,0 2 0,0 0 0,-22 5 0,23 2 0,16-9 0,0 1 0,0-1 0,1 1 0,-1-1 0,0 1 0,1 0 0,-1-1 0,0 0 0,1 1 0,-1-1 0,1 1 0,-1-1 0,1 1 0,-1-1 0,1 0 0,-1 1 0,1-1 0,0 0 0,-1 0 0,1 0 0,-1 1 0,1-1 0,-1 0 0,1 0 0,0 0 0,-1 0 0,1 0 0,0 0 0,-1 0 0,1 0 0,0 0 0,27 4 0,0 0 0,57-1 0,-31-3 0,1502-41-851,-1-98 474,-1419 125 377,-132 13 0,0 0 0,1 1 0,-1-1 0,0 1 0,1 0 0,-1 0 0,0 0 0,1 1 0,4 1 0,-57 16 0,-1526 450 0,1323-396 0,-97 29 0,342-99 23,-1-1 0,1 1-1,0 1 1,0-1 0,0 1-1,-10 7 1,16-10-15,0 0 0,0 0-1,0 1 1,1-1 0,-1 0 0,0 1-1,0-1 1,0 0 0,1 0-1,-1 1 1,0-1 0,0 0 0,0 0-1,1 1 1,-1-1 0,0 0 0,0 0-1,1 0 1,-1 0 0,0 0-1,1 1 1,-1-1 0,0 0 0,1 0-1,-1 0 1,0 0 0,0 0 0,1 0-1,-1 0 1,0 0 0,1 0-1,-1 0 1,0 0 0,1 0 0,-1 0-1,0 0 1,1-1 0,39 2 399,234-24-46,-157 10-354,241-21-171,788-87-2047,200-20-1287,-1259 131 3054,-46 5 306,0 1 0,51 3 0,-81 4 138,-21 4 0,-35 12 4,-58 14 0,48-16 151,-591 175 2374,368-110-1289,132-36-257,136-43-821,1 0 0,0 1 0,1 0 0,-12 7 0,20-11-155,0 0 0,-1 0 1,1 1-1,0-1 0,0 0 1,0 0-1,0 0 0,-1 0 1,1 0-1,0 0 0,0 1 1,0-1-1,0 0 0,0 0 1,0 0-1,-1 0 0,1 1 1,0-1-1,0 0 0,0 0 1,0 0-1,0 1 1,0-1-1,0 0 0,0 0 1,0 0-1,0 1 0,0-1 1,0 0-1,0 0 0,0 0 1,0 1-1,0-1 0,0 0 1,0 0-1,0 0 0,1 1 1,-1-1-1,0 0 0,0 0 1,0 0-1,0 0 0,0 1 1,0-1-1,1 0 0,-1 0 1,0 0-1,0 0 0,0 0 1,0 0-1,1 1 0,-1-1 1,0 0-1,0 0 0,0 0 1,0 0-1,1 0 0,-1 0 1,0 0-1,36 4 420,141-12-362,182-32 1,-188 18-58,96-10-8,-227 24 0,-29 5 0,-14 0 0,-396 0 0,226 7 0,143-4 0,-123-3 0,118-5 0,29-1 0,19-6 0,8 4 0,0 1 0,0 0 0,1 2 0,0 0 0,25-4 0,-1-2 0,3 0 0,342-110 0,-271 81 0,136-71 0,-245 108 0,41-23 0,-51 28 0,1 0 0,-1 0 0,1 0 0,-1 0 0,0 0 0,0-1 0,1 1 0,-1 0 0,0-1 0,0 1 0,0 0 0,0-1 0,-1 1 0,1-1 0,0 0 0,-1 1 0,1-1 0,-1 1 0,1-1 0,-1 0 0,0 0 0,1 1 0,-1-1 0,0 0 0,-1-3 0,0 3 0,0 0 0,0 0 0,-1 0 0,1 0 0,0 1 0,-1-1 0,0 0 0,1 1 0,-1-1 0,0 1 0,0-1 0,0 1 0,0 0 0,0 0 0,0 0 0,0 0 0,0 0 0,-4-1 0,-18-6 0,-1 0 0,-1 2 0,0 0 0,-36-2 0,-114 0 0,105 6 0,-411-1 0,128 2 0,322 0 0,-48-6 0,59-2 0,21 9 0,0 0 0,0-1 0,0 1 0,0 0 0,0-1 0,0 1 0,0-1 0,0 1 0,0 0 0,0-1 0,0 1 0,0 0 0,0-1 0,0 1 0,0-1 0,1 1 0,-1 0 0,0-1 0,0 1 0,0 0 0,0-1 0,1 1 0,-1 0 0,0-1 0,0 1 0,1 0 0,-1 0 0,0-1 0,1 1 0,-1 0 0,0 0 0,1-1 0,-1 1 0,0 0 0,1 0 0,-1 0 0,1 0 0,17-9 0,0 2 0,1 0 0,28-5 0,188-47 0,735-155-991,-208 48 815,-597 126 176,-102 18 0,-63 22 0,1 0 0,-1 0 0,0 0 0,0 0 0,1 0 0,-1 0 0,0 0 0,0 0 0,1 0 0,-1 0 0,0 0 0,0 0 0,1-1 0,-1 1 0,0 0 0,0 0 0,0 0 0,1 0 0,-1 0 0,0-1 0,0 1 0,0 0 0,0 0 0,1 0 0,-1-1 0,0 1 0,0 0 0,0 0 0,0-1 0,0 1 0,0 0 0,0 0 0,0-1 0,0 1 0,0 0 0,0 0 0,0-1 0,0 1 0,0 0 0,0 0 0,0-1 0,0 1 0,0 0 0,0 0 0,0 0 0,0-1 0,0 1 0,0 0 0,0 0 0,-1-1 0,1 1 0,0 0 0,-33-6 0,-50 6 0,-145 19 0,161-12 0,-270 34 0,-2267 345-1530,2206-323 2364,387-63-617,28-6-178,57-15-55,139-37 16,97-24 0,522-132-948,437-118-1228,-1019 260 2305,-222 63 110,-1 0 0,41-21 0,-67 30-231,0 0 0,-1 0 1,1-1-1,-1 1 0,1 0 1,-1 0-1,1-1 0,-1 1 1,1 0-1,-1-1 0,1 1 1,-1-1-1,0 1 0,1-1 0,-1 1 1,0 0-1,1-1 0,-1 1 1,0-1-1,1 0 0,-1 1 1,0-1-1,0 1 0,0-1 1,1 1-1,-1-1 0,0 1 1,0-1-1,0 0 0,0 1 0,0-1 1,-1 0 0,0 0 0,-1 0 0,1 0 0,0 1 0,0-1-1,0 0 1,-1 1 0,1-1 0,0 1 0,-1 0 0,1-1 0,0 1 0,-1 0 0,1 0 0,-3 0 0,-31-1 11,0 1 1,-36 6-1,-205 28-20,-117 27-164,-438 77-1291,-922 141 690,1635-264 1715,106-17-544,33-6-123,338-81-143,-268 69-149,346-77-155,263-51-956,832-184-674,-1348 287 2098,-116 23-260,-68 22-44,0 0 0,0 0 0,0 0 0,0 0 0,-1 0 0,1-1 0,0 1-1,0 0 1,0 0 0,0 0 0,0 0 0,0 0 0,0 0 0,0-1 0,0 1 0,-1 0 0,1 0 0,0 0 0,0 0 0,0-1-1,0 1 1,0 0 0,0 0 0,0 0 0,0 0 0,0 0 0,0-1 0,0 1 0,0 0 0,0 0 0,1 0 0,-1 0 0,0-1 0,0 1-1,0 0 1,0 0 0,0 0 0,0 0 0,0 0 0,0 0 0,0-1 0,0 1 0,1 0 0,-1 0 0,0 0 0,0 0 0,0 0 0,0 0-1,0 0 1,0 0 0,1 0 0,-1 0 0,0-1 0,0 1 0,0 0 0,0 0 0,1 0 0,-1 0 0,0 0 0,0 0 0,-39 0-5,-518 74 4,352-41 166,84-13 179,-1369 188 50,1249-190-410,233-17 16,-1-1 0,0 1 0,1-2 0,-1 1 0,1-1 0,-1-1 0,1 1 0,-1-1 0,-9-4 0,18 5 0,-1 1 0,1-1 0,0 1 0,0-1 0,0 1 0,-1-1 0,1 0 0,0 1 0,0-1 0,0 1 0,0-1 0,0 1 0,0-1 0,0 1 0,0-1 0,0 1 0,0-1 0,1 1 0,-1-1 0,0 1 0,0-1 0,0 1 0,1-1 0,-1 1 0,0-1 0,1 1 0,-1-1 0,0 1 0,1-1 0,-1 1 0,0 0 0,1-1 0,-1 1 0,1 0 0,-1-1 0,1 1 0,-1 0 0,1 0 0,-1-1 0,1 1 0,-1 0 0,2 0 0,61-30 0,203-52 0,171-26-164,569-115-1078,646-160 1097,-1402 312 700,-232 65-502,0-1 0,-1 0 0,26-14-1,-43 21-47,1 0 0,-1-1 0,1 1 0,-1 0 0,1 0 0,-1 0 0,0 0 0,1-1 0,-1 1 0,0 0 0,1 0 0,-1-1 0,0 1 0,1 0 0,-1-1 0,0 1 0,1 0 0,-1-1 0,0 1 0,0 0 0,0-1 0,1 1 0,-1 0 0,0-1 0,0 1 0,0-1 0,0 1 0,0-1 0,0 1 0,0 0 0,0-1 0,0 1 0,0-1 0,0 1 0,0-1 0,0 1 0,0 0 0,0-1 0,0 1 0,0-1 0,0 1 0,-1-1 0,1 1 0,0 0 0,0-1 0,0 1 0,-1 0 0,1-1 0,0 1 0,-1 0 0,1-1 0,0 1 0,-1-1 0,-6-1 75,1 0 0,-1 0 0,0 1 0,0 0 1,0 0-1,0 0 0,-8 1 0,-256 13 903,-208 37-327,-197 38-1312,-147 26-327,-2459 361-2949,2797-403 2949,347-51 603,39-5-386,-119 5 0,206-24 402,40-6 123,148-28 131,149-22 110,119-17 0,2091-384 1344,-2298 410-485,-217 45-613,0 1-1,0-2 1,23-10 0,-43 16-239,0 0 0,0 0 1,1 0-1,-1 0 0,0 0 1,0-1-1,0 1 0,1 0 1,-1 0-1,0 0 0,0 0 1,0 0-1,0 0 0,1 0 1,-1 0-1,0-1 0,0 1 1,0 0-1,0 0 0,0 0 1,1 0-1,-1-1 0,0 1 1,0 0-1,0 0 0,0 0 1,0 0-1,0-1 1,0 1-1,0 0 0,0 0 1,0 0-1,0-1 0,0 1 1,0 0-1,0 0 0,0-1 1,0 1-1,0 0 0,0 0 1,0 0-1,0-1 0,0 1 1,0 0-1,0 0 0,0 0 1,0 0-1,-1-1 0,1 1 1,0 0-1,0 0 0,0 0 1,0 0-1,0 0 0,-1-1 1,1 1-1,0 0 0,0 0 1,0 0-1,0 0 0,-1 0 1,1 0-1,0 0 0,0 0 1,0 0-1,-1-1 0,-32-4 485,-71 2-97,0 5 1,-113 16 0,120-8-252,-377 41 712,-125 24 127,-1133 165 300,-56 7-441,1749-241-842,-73 1 0,106-11 0,14-3 0,47-18 0,217-69 0,233-55-164,193-48-655,330-89-368,1162-330-1558,-1698 470 1762,-180 46 0,-286 92 806,0-1 0,-1-2 0,36-20 0,-60 31 179,-1 0 0,1 0 0,-1 0 0,1 0 0,-1-1 0,1 1 0,-1 0-1,1 0 1,-1-1 0,0 1 0,1 0 0,-1-1 0,0 1 0,1-1 0,-1 1 0,0 0 0,1-1 0,-1 1 0,0-1 0,0 1 0,1-1 0,-1 1 0,0-1 0,0 1 0,0-1-1,0 1 1,0-1 0,0 1 0,0-1 0,0 1 0,0-1 0,0 1 0,0-1 0,0 1 0,0-1 0,0 1 0,0-1 0,0 1 0,-1 0 0,1-2 0,-3 1 15,1 0-1,0 0 1,-1-1 0,0 2 0,1-1 0,-1 0 0,1 0 0,-1 1 0,0 0 0,0-1-1,-2 1 1,-43 0 21,0 1-1,-62 11 0,-310 59-37,-206 55-164,-199 51-655,-130 38-164,-52 16 104,61-13 475,144-33 344,195-43 60,464-108 0,-262 68 0,555-135 507,-1 2-31,268-63 507,140-35-150,572-128-661,198-46 1764,-1200 270-1487,-116 28-387,-36 7-53,-380 79-9,333-64 0,-426 104-164,-152 46-606,-1067 265 1037,-471 124 837,2054-521-285,450-123 354,115-31-1298,1729-461-1334,-1855 492 1623,-258 74 245,51-25 1,-97 39-397,-1 0 0,1 0-1,-1 0 1,1 0 0,-1 0 0,0 0 0,1 0 0,-1 0 0,1 0 0,-1 0 0,0 0 0,1-1 0,-1 1 0,1 0 0,-1 0 0,0-1 0,1 1-1,-1 0 1,0 0 0,1-1 0,-1 1 0,0 0 0,1-1 0,-1 1 0,0-1 0,0 1 0,0 0 0,1-1 0,-1 1 0,0-1 0,0 1 0,0 0-1,0-1 1,0 1 0,0-1 0,0 1 0,0-1 0,-25 0 479,-256 56 1072,167-29-1162,-238 53 550,-704 183-1113,-34 9-460,863-222 784,199-43 111,0-2-1,-43 2 0,70-6-244,-1 1 1,1-2 0,-1 1-1,1 0 1,-1 0 0,1 0-1,-1-1 1,1 1 0,-1-1 0,1 1-1,0-1 1,-1 1 0,1-1-1,0 0 1,-2-1 0,3 2-18,0-1 0,-1 1 0,1-1 0,0 1 0,0-1 1,0 0-1,0 1 0,0-1 0,0 1 0,0-1 0,0 0 0,0 1 1,0-1-1,0 0 0,0 1 0,0-1 0,0 1 0,0-1 0,1 1 1,-1-1-1,0 0 0,0 1 0,1-1 0,-1 1 0,0-1 0,1 1 1,-1-1-1,1 1 0,-1 0 0,1-1 0,12-11 47,0 1-1,1 0 1,0 1-1,27-14 1,465-231-13,28 25-144,-420 183 19,200-83-651,220-94-1147,-493 206 1824,40-25 0,-79 43 54,-1-1 0,1 0 0,0 0 0,0 0-1,-1 0 1,1-1 0,-1 1 0,1 0 0,-1-1-1,0 1 1,1-1 0,-1 1 0,0-1 0,0 0 0,0 1-1,0-1 1,0-2 0,-1 3-1,0 1 0,0-1 0,-1 0 1,1 0-1,-1 1 0,1-1 0,0 0 0,-1 1 0,1-1 0,-1 1 0,0-1 1,1 0-1,-1 1 0,1-1 0,-1 1 0,0 0 0,1-1 0,-1 1 0,0-1 1,1 1-1,-1 0 0,0 0 0,0-1 0,0 1 0,1 0 0,-1 0 1,-1 0-1,-15-3-1,0 1 0,0 1 0,-19 2 0,-178 17 1,-657 153-392,21 92-1,720-216 885,-133 68-1,254-110-364,1-1-1,-1 2 1,1-1-1,0 1 0,-9 8 1,17-14-110,-1 1 0,1-1 0,-1 1 0,1-1 1,-1 1-1,1-1 0,0 1 0,-1 0 0,1-1 0,0 1 0,-1 0 1,1-1-1,0 1 0,0 0 0,0-1 0,0 1 0,-1 0 1,1-1-1,0 1 0,0 0 0,0-1 0,1 1 0,-1 0 0,0-1 1,0 1-1,0 0 0,0-1 0,1 2 0,1 0 31,-1-1-1,1 1 0,0-1 1,0 1-1,-1-1 0,1 0 1,0 0-1,0 0 0,0 0 1,0 0-1,0-1 0,1 1 1,-1-1-1,2 1 0,20 4 180,0-2-1,0-1 1,32-1-1,186-13 283,1476-193-1644,-586 58 2188,-1244 174-1053,-809 226-387,481-125 259,231-71 235,-273 85 634,473-139-692,1 0 1,0 0-1,0 1 1,0 0-1,-14 9 1,22-13-50,-1 0 0,1 1 1,0-1-1,0 0 0,0 0 0,0 1 1,-1-1-1,1 0 0,0 0 0,0 1 1,0-1-1,0 0 0,0 0 0,0 1 1,0-1-1,0 0 0,0 0 1,0 1-1,0-1 0,0 0 0,0 1 1,0-1-1,0 0 0,0 0 0,0 1 1,0-1-1,0 0 0,0 0 0,0 1 1,0-1-1,0 0 0,0 0 0,1 1 1,-1-1-1,0 0 0,0 0 1,0 1-1,1-1 0,-1 0 0,0 0 1,0 0-1,0 0 0,1 1 0,-1-1 1,0 0-1,0 0 0,1 0 0,-1 0 1,0 0-1,0 0 0,1 0 0,-1 0 1,0 0-1,1 0 0,-1 0 0,1 0 1,48 5-8,156-20 7,149-28-163,118-28-657,1946-404-3676,-2264 442 4077,86-19-564,-196 41 675,11-1-345,-108 34-267,-157 51 440,-167 57 237,-124 45-419,-74 27 633,-1555 599 2215,2016-756-2161,59-25 294,0 3 1,-73 43-1,125-63-73,10-5 0,37-15 245,160-69 456,150-60-439,142-57-1139,2059-807-369,-2434 965 1264,170-69 1194,-268 103-975,-37 13-364,-59 19 24,-126 47 652,-108 38-73,-1120 343 102,-31-100-790,1454-348-34,-483 74 0,475-74 0,0 0 0,0-1 0,-1 0 0,1-1 0,-21-3 0,32 3 0,0 1 0,1 0 0,-1 0 0,0 0 0,1-1 0,-1 1 0,0 0 0,1-1 0,-1 1 0,1-1 0,-1 1 0,1 0 0,-1-1 0,1 1 0,-1-1 0,1 1 0,-1-1 0,1 0 0,0 1 0,-1-1 0,1 1 0,0-1 0,-1 0 0,1 1 0,0-1 0,0 0 0,0 1 0,0-1 0,0 0 0,-1 0 0,1 1 0,0-1 0,1 0 0,-1 1 0,0-1 0,0 0 0,0 1 0,0-1 0,0 0 0,1 1 0,-1-1 0,0 0 0,1 1 0,-1-1 0,0 1 0,1-1 0,-1 1 0,1-1 0,-1 0 0,1 1 0,-1 0 0,1-1 0,-1 1 0,1-1 0,0 1 0,0-1 0,9-8 0,0 0 0,0 0 0,1 1 0,0 0 0,1 1 0,14-7 0,90-36 0,-74 33 0,619-222 0,11 37 0,-506 157 0,-103 34 109,-63 11-105,0 0 1,-1 0-1,1 0 1,0 0-1,0 1 1,0-1-1,0 0 1,-1 0-1,1 0 1,0 0 0,0 0-1,0 0 1,0 0-1,0 0 1,0 0-1,-1 0 1,1 1-1,0-1 1,0 0-1,0 0 1,0 0-1,0 0 1,0 0-1,0 0 1,0 1-1,-1-1 1,1 0-1,0 0 1,0 0-1,0 0 1,0 1-1,0-1 1,0 0-1,0 0 1,0 0-1,0 0 1,0 0-1,0 1 1,0-1 0,0 0-1,0 0 1,0 0-1,0 0 1,1 1-1,-1-1 1,0 0-1,0 0 1,0 0-1,0 0 1,0 0-1,0 1 1,0-1-1,0 0 1,0 0-1,1 0 1,-1 0-1,0 0 1,0 0-1,0 0 1,0 0-1,0 1 1,1-1-1,-1 0 1,0 0-1,-38 20 567,-565 203 283,440-169-940,-453 146-815,-380 131 775,922-302 126,65-23 0,10-2 0,39-7 0,155-37 0,153-38-164,169-41-655,1053-215-1424,13 68-430,-1234 225 1690,-289 36 492,96 5-1,-148 0 408,0 1-1,0 0 1,0 0-1,0 1 1,0 0-1,-1 0 0,1 1 1,-1-1-1,13 8 1,-18-9 58,-1 0 1,0 1-1,0-1 1,0 0-1,0 0 1,1 0 0,-2 1-1,1-1 1,0 1-1,0-1 1,0 1-1,-1-1 1,1 1-1,0-1 1,-1 1-1,0-1 1,1 1 0,-1 2-1,0-1-15,0 0 1,-1 1-1,1-1 0,-1 0 0,0 1 1,0-1-1,0 0 0,0 0 1,0 0-1,-1 0 0,-2 5 0,-8 8 37,0 0-1,0 0 0,-1-2 0,-29 26 0,-75 52 690,105-83-606,-140 98 837,82-61 101,-126 111-1,193-155-946,0 0 1,1 1-1,-1 0 0,1-1 1,0 1-1,0 0 1,0 0-1,0 1 1,-2 3-1,4-7-59,0 1 0,0-1-1,0 1 1,0-1 0,0 0 0,0 1 0,0-1 0,0 0-1,1 1 1,-1-1 0,0 1 0,0-1 0,0 0-1,0 1 1,1-1 0,-1 0 0,0 1 0,0-1-1,1 0 1,-1 0 0,0 1 0,1-1 0,-1 0-1,0 0 1,0 1 0,1-1 0,-1 0 0,1 0 0,-1 0-1,0 0 1,1 0 0,-1 1 0,0-1 0,1 0-1,-1 0 1,1 0 0,-1 0 0,0 0 0,1 0-1,-1 0 1,1 0 0,-1 0 0,0-1 0,1 1 0,-1 0-1,17-2 180,-1-1 0,0-1 0,17-6 0,-32 10-185,193-66 978,98-43 0,602-224 655,7 30-1584,-790 274-277,-104 29 191,-8 4 15,-25 11 10,-344 145 7,313-138 0,-352 133-163,296-112-7,-1244 459-2082,-15-34-303,1350-461 2551,0 0 0,-36 5 0,55-15 34,13-5 10,54-27 58,198-82-58,187-74-204,129-50-655,2409-928-3741,-2897 1133 4133,-76 29 322,-51 17 168,-368 134 1372,254-88-1068,-334 120 416,-133 41-766,-2777 900-293,3062-1022-707,314-89 830,0-1 0,0-1 0,-1-1 0,1 0 0,-38-1 0,56-2 146,1 0 0,-1 0 0,1 0 0,-1 0 0,1 0 1,-1-1-1,1 1 0,0 0 0,-1 0 0,1 0 0,-1 0 1,1-1-1,-1 1 0,1 0 0,0 0 0,-1-1 0,1 1 1,0 0-1,-1-1 0,1 1 0,0 0 0,-1-1 0,1 1 1,0-1-1,0 1 0,0 0 0,-1-1 0,1 1 0,0-1 0,0 1 1,0-1-1,0 1 0,0-1 0,0 1 0,0-1 0,0 1 1,0-1-1,0 1 0,0 0 0,0-1 0,0 1 0,0-1 1,0 1-1,0-1 0,0 1 0,1-1 0,-1 1 0,0 0 1,1-1-1,2-4-25,0 1 1,1-1 0,0 1-1,0 0 1,0 0 0,9-6-1,44-29-17,84-44-1,227-102 50,126-41 0,1897-706 590,-2229 878 393,-130 48-501,-32 6-475,0 0-1,0 0 1,0 0 0,0 0-1,-1 0 1,1 1-1,0-1 1,0 0-1,0 0 1,0 0 0,0 0-1,0 0 1,-1 0-1,1 0 1,0 1-1,0-1 1,0 0 0,0 0-1,0 0 1,0 0-1,0 0 1,0 1 0,0-1-1,0 0 1,0 0-1,0 0 1,0 0-1,0 1 1,0-1 0,0 0-1,0 0 1,0 0-1,0 0 1,0 1-1,0-1 1,0 0 0,0 0-1,0 0 1,0 0-1,0 0 1,0 1 0,0-1-1,0 0 1,0 0-1,0 0 1,1 0-1,-1 0 1,0 1 0,0-1-1,0 0 1,0 0-1,0 0 1,0 0-1,1 0 1,-1 0 0,0 0-1,0 0 1,0 0-1,0 0 1,0 0 0,1 0-1,-1 0 1,0 0-1,0 0 1,-20 15 223,-1-2 1,-30 14-1,-167 81 680,-600 274 1390,-41 20 315,666-306-1632,175-88-738,1 2-1,0 0 1,-22 17 0,38-27-236,1 1 0,0-1 0,-1 0 1,1 0-1,0 0 0,0 1 0,-1-1 0,1 0 1,0 0-1,0 0 0,0 1 0,-1-1 1,1 0-1,0 0 0,0 1 0,0-1 1,0 0-1,0 1 0,0-1 0,-1 0 1,1 0-1,0 1 0,0-1 0,0 0 1,0 1-1,0-1 0,0 0 0,0 1 1,0-1-1,0 0 0,0 1 0,0-1 0,1 0 1,-1 1-1,0-1 0,0 0 0,0 0 1,0 1-1,0-1 0,1 0 0,-1 0 1,0 1-1,0-1 0,0 0 0,1 0 1,-1 1-1,0-1 0,0 0 0,1 0 1,30 4 329,129-25-180,118-32-159,714-127-963,7 58 663,-750 112 300,-222 10 0,0 1 0,0 1 0,41 9 0,-65-10 4,0 0-1,0 0 1,0 0-1,0 0 1,-1 0-1,1 0 1,0 1-1,-1-1 1,1 1-1,-1 0 1,0 0-1,1 0 1,2 3-1,-4-4 7,-1 0 0,1 1-1,-1-1 1,1 0 0,-1 0 0,0 0-1,1 1 1,-1-1 0,0 0-1,0 0 1,0 1 0,0-1 0,0 0-1,0 0 1,0 1 0,0-1-1,0 0 1,-1 0 0,1 1 0,-1-1-1,1 0 1,-1 2 0,-5 5 59,1-1 1,-1 1-1,0-1 1,-1 0-1,0-1 1,0 1-1,-12 7 1,-31 22 30,-69 37 1,-679 299-555,652-311 155,-585 249 1371,1050-436-1024,566-196-566,13-5 1045,-850 310-527,-104 42 0,-217 94 98,-1070 505-3084,1303-603 2828,-11 5-15,0 2-1,-55 42 1,93-56 173,13-14 0,0 0 0,0 1 0,0-1 0,1 0 0,-1 0 0,0 0 0,0 1 0,0-1 0,0 0 0,0 0 0,1 0 0,-1 0 0,0 1 0,0-1 0,0 0 0,0 0 0,1 0 0,-1 0 0,0 0 0,0 0 0,0 0 0,1 1 0,-1-1 0,0 0 0,0 0 0,1 0 0,-1 0 0,0 0 0,0 0 0,1 0 0,-1 0 0,0 0 0,0 0 0,0 0 0,1 0 0,-1 0 0,0-1 0,0 1 0,1 0 0,-1 0 0,0 0 0,0 0 0,0 0 0,1 0 0,-1 0 0,0-1 0,36-9 0,-1-1 0,0-2 0,39-21 0,-12 5 0,1418-729 983,-1430 731-631,-24 13 51,0-1 1,-1-1 0,31-25-1,-48 29 81,-16 7-48,-3 6-323,-1 0 0,0 1 0,1 0 0,-14 4 0,-802 244-270,468-133-569,-1113 300-3112,1425-406 3615,-54 5 0,99-16 218,0 1 1,1-1-1,-1 0 1,1 0 0,-1 0-1,0 0 1,1 0-1,-1-1 1,1 1-1,-1 0 1,0-1 0,1 1-1,-3-2 1,3 1 4,1 1-1,0-1 1,0 0 0,0 1-1,0-1 1,0 1 0,1-1 0,-1 1-1,0-1 1,0 0 0,0 1 0,0-1-1,1 1 1,-1-1 0,0 1 0,0-1-1,1 1 1,-1-1 0,0 1-1,1 0 1,-1-1 0,1 1 0,-1-1-1,0 1 1,1 0 0,-1-1 0,1 1-1,-1 0 1,1 0 0,-1-1 0,1 1-1,0 0 1,27-17 0,1 1 0,38-14 0,191-76 0,117-42-100,251-95-354,1094-448 408,-1450 566 210,-242 111 40,0-1-1,-2-1 1,29-22 0,-54 37-179,0 1 1,0-1 0,0 0-1,0 0 1,0-1 0,0 1-1,0 0 1,0 0 0,0 0-1,0-1 1,-1 1 0,1 0-1,0-1 1,-1 1 0,1-1-1,-1 1 1,1-3-1,-1 3-12,-1 1-1,1-1 0,-1 0 0,1 0 0,0 1 0,-1-1 0,0 1 0,1-1 0,-1 0 1,1 1-1,-1-1 0,0 1 0,1-1 0,-1 1 0,0 0 0,1-1 0,-1 1 0,0 0 0,0-1 1,1 1-1,-1 0 0,0 0 0,0-1 0,0 1 0,1 0 0,-1 0 0,-1 0 0,-21 0 20,0 1 0,1 1 0,-1 1 0,-24 6 0,-215 53-32,-130 49 0,-1441 526-1598,1546-516 1598,112-35 0,169-83-1,0 1 0,0-1 0,0 1 0,0 1-1,1-1 1,-1 1 0,1 0 0,-7 10-1,11-15 3,1 0 0,0 1-1,0-1 1,0 1 0,0-1-1,0 0 1,0 1 0,-1-1-1,1 1 1,0-1-1,0 0 1,0 1 0,1-1-1,-1 1 1,0-1 0,0 0-1,0 1 1,0-1-1,0 1 1,0-1 0,0 0-1,1 1 1,-1-1 0,0 0-1,0 1 1,1-1-1,-1 0 1,0 1 0,0-1-1,1 0 1,-1 0 0,0 1-1,1-1 1,-1 0-1,0 0 1,1 0 0,-1 1-1,0-1 1,1 0 0,-1 0-1,1 0 1,-1 0-1,0 0 1,2 0 0,3 1 20,1 0 0,0-1-1,-1 0 1,1 0 0,0 0 0,7-2 0,168-39 798,139-44 164,136-39-327,90-23-1196,771-189-247,17 44 317,-1123 255 470,-155 35 0,-55 1 0,-1 1 0,1 0 0,-1 0 0,0 0 0,1 0 0,-1 0 0,1 0 0,-1 0 0,0 0 0,1 0 0,-1 0 0,1 0 0,-1 0 0,0 0 0,1 0 0,-1 1 0,1-1 0,-1 0 0,0 0 0,1 0 0,-1 1 0,0-1 0,1 0 0,-1 0 0,0 1 0,0-1 0,1 0 0,-1 0 0,0 1 0,0-1 0,1 0 0,-1 1 0,0-1 0,0 1 0,0-1 0,1 0 0,-1 1 0,0-1 0,0 0 0,0 1 0,0-1 0,0 1 0,0-1 0,0 0 0,0 1 0,0-1 0,0 1 0,0-1 0,0 0 0,0 1 0,-1-1 0,1 1 0,0-1 0,0 0 0,0 1 0,0-1 0,-1 0 0,1 1 0,-1 0 0,-18 16 0,-1-1 0,-1-1 0,0 0 0,-31 15 0,-847 422-983,461-256 108,-111 34 490,-1736 604 493,1963-732 644,144-54-36,144-45-283,33-3-425,1 0-1,0 0 1,0 0-1,0 0 1,-1 0-1,1-1 1,0 1-1,0 0 1,0 0 0,-1 0-1,1 0 1,0 0-1,0 0 1,0-1-1,0 1 1,-1 0-1,1 0 1,0 0 0,0 0-1,0-1 1,0 1-1,0 0 1,0 0-1,0-1 1,0 1-1,0 0 1,0 0-1,-1 0 1,1-1 0,0 1-1,0 0 1,0 0-1,0 0 1,0-1-1,0 1 1,1 0-1,-1 0 1,0-1-1,0 1 1,0 0 0,0 0-1,0 0 1,0-1-1,0 1 1,0 0-1,0 0 1,1 0-1,-1 0 1,0-1 0,0 1-1,0 0 1,0 0-1,1 0 1,-1 0-1,0 0 1,0-1-1,0 1 1,0 0-1,1 0 1,-1 0 0,0 0-1,0 0 1,1 0-1,18-14 296,1 1 1,34-16-1,150-71 223,112-40-436,101-29-254,1753-611-969,-1966 717 1133,-188 58 0,0 0 0,1 2 0,26-4 0,-43 7 0,0 0 0,0 0 0,0 0 0,1 0 0,-1 0 0,0 0 0,0 0 0,0 0 0,0 0 0,1 0 0,-1 0 0,0 0 0,0 0 0,0 0 0,1 0 0,-1 0 0,0 0 0,0 1 0,0-1 0,0 0 0,1 0 0,-1 0 0,0 0 0,0 0 0,0 0 0,0 0 0,0 0 0,1 1 0,-1-1 0,0 0 0,0 0 0,0 0 0,0 0 0,0 1 0,0-1 0,0 0 0,0 0 0,0 0 0,0 0 0,0 1 0,1-1 0,-1 0 0,0 0 0,0 0 0,0 0 0,0 1 0,0-1 0,-1 0 0,1 0 0,0 0 0,0 1 0,0-1 0,0 0 0,0 0 0,0 0 0,0 0 0,0 1 0,0-1 0,0 0 0,0 0 0,-1 0 0,1 0 0,0 1 0,-21 17 0,-221 125 0,155-96 0,-1624 821-874,1414-734 874,94-38 0,124-53-10,78-39 14,11-4 20,51-18 122,177-67 673,171-69 164,133-50-328,821-299-1403,13 39 235,-1160 402 1141,-159 51-492,-57 10-135,1 1 0,-1 0 0,1 0-1,-1 0 1,1-1 0,-1 1 0,1 0 0,-1 0-1,1 0 1,-1 0 0,1 0 0,0 0 0,-1 0 0,1 0-1,-1 0 1,1 0 0,-1 0 0,1 1 0,-1-1 0,1 0-1,-1 0 1,1 0 0,-1 1 0,0-1 0,1 0-1,-1 1 1,1-1 0,-1 0 0,1 1 0,-1-1 0,0 0-1,1 1 1,-1-1 0,0 1 0,1 0 0,-6 5-2,0 0 0,0 0 0,-1-1 0,1 0 0,-1 0 0,-1 0 0,1-1 0,-10 6 0,-160 101 1,-1629 877-1654,1786-978 1724,43-20-65,21-10-18,1198-456 1979,-1137 441-983,-65 27-125,-43 14-466,-20 10-90,-217 108-188,-1280 482-114,1461-585 0,38-13 0,-1 0 0,0-2 0,0 0 0,-23 2 0,45-8 0,-1 0 0,0 0 0,0 0 0,0 0 0,0 0 0,0 0 0,0 0 0,0 0 0,0 0 0,0 0 0,0 0 0,0 0 0,0-1 0,0 1 0,0 0 0,0 0 0,0 0 0,0 0 0,0 0 0,0 0 0,0 0 0,0 0 0,0 0 0,0 0 0,0 0 0,0-1 0,0 1 0,0 0 0,0 0 0,0 0 0,0 0 0,0 0 0,0 0 0,0 0 0,0 0 0,0 0 0,0 0 0,0 0 0,0-1 0,20-8 0,704-231 0,-477 167 0,89-36 0,-284 87 0,-50 20 0,-7 2 0,-29 9 0,-925 312 0,829-269 0,95-32 0,35-20 0,0 0 0,0-1 0,0 1 0,0 0 0,1 0 0,-1 0 0,0 0 0,0 0 0,0 0 0,0 0 0,1 0 0,-1 0 0,0 0 0,0 0 0,0 1 0,0-1 0,1 0 0,-1 0 0,0 0 0,0 0 0,0 0 0,0 0 0,0 0 0,1 0 0,-1 0 0,0 0 0,0 1 0,0-1 0,0 0 0,0 0 0,0 0 0,0 0 0,1 0 0,-1 1 0,0-1 0,0 0 0,0 0 0,0 0 0,0 0 0,0 1 0,0-1 0,0 0 0,0 0 0,0 0 0,0 0 0,0 1 0,0-1 0,0 0 0,0 0 0,0 0 0,0 0 0,0 1 0,0-1 0,0 0 0,0 0 0,-1 0 0,1 0 0,0 0 0,0 1 0,0-1 0,0 0 0,0 0 0,0 0 0,78-12 0,130-43 0,586-182-412,-7-45-2125,-642 216 1554,-141 65 939,-1-1 0,0 1-1,0 0 1,0-1-1,0 0 1,0 0 0,0 0-1,-1 0 1,1 0-1,-1 0 1,1-1 0,-1 1-1,0-1 1,0 0-1,0 0 1,0 0 0,2-5-1,-4 7 39,-1 1-1,1-1 0,0 0 1,-1 0-1,1 1 1,-1-1-1,1 0 1,-1 1-1,1-1 1,-1 0-1,1 1 0,-1-1 1,0 1-1,1-1 1,-1 1-1,0-1 1,1 1-1,-1-1 0,0 1 1,0 0-1,1-1 1,-1 1-1,0 0 1,0 0-1,-1 0 1,-48-6-7,-19 8 13,-75 13 0,-225 45-164,-144 43-655,-898 236-1377,15 42-523,1392-380 2709,-431 127-1618,430-126 1681,8-2 23,22-5 128,68-19 315,187-57 464,124-34-191,126-31-734,2202-472 451,-2666 607-491,334-45 618,-395 55-624,-1 0 1,0 1 0,1 0-1,0 0 1,-1 0-1,1 0 1,-1 0-1,1 1 1,-1 0 0,0 0-1,1 0 1,5 3-1,-9-3-12,-1-1-1,0 1 1,0-1-1,0 1 1,0-1-1,0 1 1,1-1-1,-1 1 1,0-1-1,0 1 1,0-1-1,0 1 1,0-1-1,0 1 1,0-1-1,-1 1 1,1-1-1,0 1 1,0-1-1,0 0 1,0 1-1,-1-1 1,1 1-1,0-1 1,0 1-1,-1-1 1,1 0-1,0 1 1,-1-1-1,1 0 1,0 1-1,-1-1 1,-29 25-16,-39 14 346,-101 45 0,113-59-7,-548 253 2626,482-219-1966,91-37-491,31-22-468,0 1-1,1-1 0,-1 1 1,0 0-1,1-1 1,-1 1-1,1 0 1,-1-1-1,1 1 1,-1 0-1,1 0 0,-1 0 1,1-1-1,0 1 1,-1 0-1,1 0 1,0 0-1,0 0 0,0 0 1,-1 1-1,2-2 0,-1 1-1,1 0 0,-1 0 1,0-1-1,1 1 0,0 0 1,-1 0-1,1-1 0,-1 1 1,1-1-1,0 1 0,-1-1 1,1 1-1,0-1 0,0 1 1,-1-1-1,1 1 0,0-1 1,0 0-1,0 0 0,1 1 1,40 7 467,132-7 430,109-18-351,1356-177-1517,-1536 175 948,-92 12 0,-29 4 0,-36 5 0,-1 1 0,1 3 0,-83 20 0,45-8 0,-284 59 0,-1511 403-3888,1747-443 3249,103-31 529,35-8 93,7-2 15,57-25 12,1077-333-159,-49 131-658,-728 178 919,378-4 0,-580 57 707,-151 1-668,0 0-1,0 0 1,0 1-1,16 5 1,-24-7-140,-1 0 1,1 0-1,-1 0 1,0 0 0,1 0-1,-1 0 1,0 0-1,1 1 1,-1-1-1,0 0 1,1 0-1,-1 0 1,0 1-1,0-1 1,1 0-1,-1 1 1,0-1 0,0 0-1,1 0 1,-1 1-1,0-1 1,0 0-1,0 1 1,1-1-1,-1 0 1,0 1-1,0-1 1,0 1-1,0-1 1,0 0-1,0 1 1,0-1 0,0 0-1,0 1 1,0-1-1,0 1 1,0-1-1,0 0 1,0 1-1,0-1 1,0 0-1,-1 1 1,-1 1 53,0 0 0,-1 0 1,1 0-1,0 0 0,-1-1 0,0 1 0,1-1 1,-1 0-1,0 0 0,-3 2 0,-43 12 427,-56 10-1,-177 28 401,-139 16-602,-117 14-1036,-2176 255-4170,2628-331 4621,-7 3-523,-114-5 0,182-9 416,25 4 397,-1 0 1,1 0-1,0 0 1,0 0 0,0 0-1,0-1 1,0 1-1,-1 0 1,1 0-1,0 0 1,0 0 0,0 0-1,0-1 1,0 1-1,0 0 1,0 0-1,0 0 1,0 0 0,0-1-1,0 1 1,0 0-1,0 0 1,0 0-1,0-1 1,0 1-1,0 0 1,0 0 0,0 0-1,0 0 1,0-1-1,0 1 1,0 0-1,0 0 1,0 0 0,0 0-1,0-1 1,0 1-1,1 0 1,-1 0-1,0 0 1,0 0 0,0 0-1,0-1 1,0 1-1,0 0 1,1 0-1,-1 0 1,0 0-1,0 0 1,0 0 0,0 0-1,1 0 1,-1 0-1,0 0 1,0-1-1,0 1 1,0 0 0,1 0-1,-1 0 1,0 0-1,0 0 1,1 1-1,20-9-38,0 1 0,31-5 0,166-31 43,132-15 0,144-16-164,109-13-567,2514-298 2521,-2821 362-1716,-267 21-74,-1 2 0,51 4 0,-78-4 0,-1 0 0,0 0 0,1 0 0,-1 0 0,1 0 0,-1 0 0,0 0 0,1 0 0,-1 0 0,1 0 0,-1 0 0,0 0 0,1 0 0,-1 1 0,0-1 0,1 0 0,-1 0 0,1 0 0,-1 1 0,0-1 0,0 0 0,1 0 0,-1 1 0,0-1 0,1 0 0,-1 0 0,0 1 0,0-1 0,0 0 0,1 1 0,-1-1 0,0 1 0,0-1 0,0 0 0,0 1 0,0-1 0,1 0 0,-1 1 0,0-1 0,0 1 0,0-1 0,0 1 0,-23 14 0,-118 28 0,-144 28 0,-126 22 163,-302 63 979,-1690 382 1737,2327-521-2184,74-17-449,9-2 21,40-11 314,1258-264-692,28 116-2534,-1142 151 2579,-184 10 101,66-1 457,-65 3-326,-8 1 19,-35 8 249,-1008 205 260,905-190-315,117-22-305,-787 143 731,0-46 116,789-100-859,-27 4 17,0-2 1,-1-2 0,1-3 0,-48-6 0,90 7-80,0 0 0,0 1 0,0-1 0,0-1 0,1 1 0,-1 0 0,0-1 0,1 0 0,0 0 0,-1 0 0,1 0 0,-5-5 0,7 6 0,0-1 0,0 1 0,0 0 0,0-1 0,1 1 0,-1 0 0,1-1 0,-1 1 0,1-1 0,-1 1 0,1-1 0,0 1 0,0-1 0,-1 1 0,1-1 0,0 1 0,1-1 0,-1 1 0,0-1 0,0 1 0,1-1 0,0-2 0,3-4 0,0 0 0,1 0 0,0 1 0,1-1 0,0 1 0,0 0 0,0 1 0,1-1 0,11-7 0,71-53 350,2 5-1,145-73 1,-99 58-306,-105 59-39,409-244 14,-338 193-20,-2-4 1,100-95-1,-102 65 1,-90 94 0,-1-2 0,-1 1 0,0-1 0,-1 0 0,0 0 0,0 0 0,-1-1 0,4-16 0,-8 24 0,0-1 0,0 0 0,-1 0 0,1 0 0,-1 0 0,0 1 0,-1-1 0,1 0 0,-1 0 0,0 0 0,0 1 0,-1-1 0,1 0 0,-1 1 0,0-1 0,0 1 0,-4-5 0,1 1 0,-1 1 0,0 1 0,0-1 0,0 1 0,-1 0 0,0 0 0,0 1 0,-16-8 0,-2 0 0,0 1 0,-1 2 0,0 0 0,-33-6 0,-123-17 0,-360-7 0,-6 39 0,-299 32 0,-304-1 0,1135-30 0,6 1 0,0-1 0,0-1 0,0 0 0,0 0 0,1 0 0,-1-2 0,-17-5 0,27 8 0,-1 0 0,1 0 0,0 0 0,-1 0 0,1 0 0,-1 0 0,1-1 0,0 1 0,-1 0 0,1 0 0,0-1 0,-1 1 0,1 0 0,0 0 0,0-1 0,-1 1 0,1 0 0,0-1 0,0 1 0,-1 0 0,1-1 0,0 1 0,0 0 0,0-1 0,0 1 0,-1-1 0,1 1 0,0 0 0,0-1 0,0 1 0,0-1 0,0 1 0,0 0 0,0-1 0,0 1 0,0-1 0,0 1 0,0 0 0,1-1 0,-1 1 0,0 0 0,0-1 0,0 1 0,0-1 0,1 1 0,-1 0 0,0-1 0,0 1 0,1-1 0,7-5 0,1 0 0,-1 1 0,1-1 0,0 2 0,1-1 0,-1 1 0,1 1 0,0-1 0,-1 2 0,12-3 0,8-3 0,279-68 0,414-50 0,-690 122 0,51-8 0,99-1 0,-175 13 0,0 0 0,0 0 0,0 1 0,0 0 0,-1 1 0,8 1 0,-13-2 0,-1-1 0,1 0 0,0 1 0,-1-1 0,1 0 0,0 1 0,-1-1 0,1 1 0,0-1 0,-1 1 0,1-1 0,-1 1 0,1-1 0,-1 1 0,1 0 0,-1-1 0,0 1 0,1-1 0,-1 1 0,0 0 0,1 0 0,-1-1 0,0 2 0,0 0 0,0-1 0,-1 1 0,1-1 0,0 1 0,-1-1 0,1 1 0,-1-1 0,0 0 0,1 1 0,-1-1 0,0 0 0,0 0 0,0 1 0,0-1 0,0 0 0,-2 1 0,-9 9 0,0-2 0,-1 0 0,0 0 0,-24 11 0,-92 39 0,-210 66 0,-53-5-164,-1067 191-2293,-30-148 163,886-139 1311,90-35 0,380 0 492,-133-30-1,210 30 246,1-4 1,0-1-1,-56-26 0,94 35 146,1-1 1,0-1-1,0 0 0,1-1 0,0 0 0,1-1 1,0-1-1,1 0 0,1-1 0,-1-1 0,2 0 1,0 0-1,-10-18 0,14 18 3,2 0 0,-1 0 0,2-1 0,0 0 0,1 1 0,0-1 0,1 0 0,1 0 0,0-1 0,1 1 0,1 0 0,0 0 0,1 0 0,1 0 0,7-24 0,4-5-159,2 0 0,2 1 1,2 0-1,2 2 0,50-72 0,165-178-222,-2 33 500,48-52-116,-28-16 1140,-255 326-1042,15-21 389,0 0-1,-2-1 0,0-1 1,17-44-1,-30 65-342,1 1 1,0 0-1,-1-1 0,1 1 1,-1-1-1,1 1 0,-1-1 1,0 1-1,0-1 1,0 1-1,0-1 0,0 0 1,0 1-1,0-1 0,0 1 1,-1-1-1,1 1 0,0-1 1,-1 1-1,0-1 0,1 1 1,-1 0-1,0-1 0,1 1 1,-1 0-1,0-1 0,0 1 1,0 0-1,0 0 0,-1 0 1,0-1-1,-2 0 53,1 1 0,-1 0 0,0 0 0,0 0 0,0 1 0,1-1 0,-1 1-1,0 0 1,0 0 0,0 0 0,0 1 0,-6 1 0,-31 7 373,0 2 0,1 1-1,1 3 1,-64 32 0,-151 97 1077,-168 150 858,338-225-1889,3 3 1,-122 143 0,180-188-522,2 1 1,0 1 0,2 1-1,1 1 1,-13 33-1,28-59-1,1 1 0,0-1 0,0 1 0,1-1 0,-1 1 0,1 0 0,0 0 0,1-1 0,0 1 0,0 0 0,0 0 0,0 0 0,1 0 0,0-1 0,0 1 0,1 0 0,-1-1 0,1 1 0,4 7 0,0-5 0,-1-1 0,1 0 0,0 0 0,1-1 0,0 0 0,0 0 0,0-1 0,1 0 0,-1 0 0,1 0 0,0-1 0,10 4 0,33 11 0,1-3 0,1-1 0,0-3 0,75 8 0,846 73-227,-607-65-529,-219-16 405,458 45-1152,-18 49-509,-558-100 1930,0 1 0,-1 2 0,0 1 0,-1 2 1,0 0-1,-1 2 0,26 17 0,-50-28 82,1-1 0,-1 0 0,0 1 0,0 0 0,0 0 0,0 0 0,-1 0 0,1 0 0,-1 0 0,0 1 0,0 0 0,0-1 0,0 1 0,0 0 0,-1 0 0,0-1 0,0 1 0,0 0 0,1 6 0,-3-5 0,1-1 0,-1 1 0,0 0 0,0-1 0,-1 1 0,1-1 0,-1 0 0,0 1 0,0-1 0,0 0 0,-1 0 0,1 0 0,-1-1 0,-5 6 0,-10 9 0,-1-1 0,0-2 0,-1 0 0,-1 0 0,-28 13 0,-39 18 0,-2-4 0,-147 47 0,-204 33 0,188-64 1475,-327 32-1,567-89-1368,-5 2 193,-1-1 0,0-1 0,0-1 0,0-1 0,-29-5 0,35 0 125,14 0-243,22-7-131,27-3-50,0 2 0,80-10 0,-31 6 0,-22 3-1365,-15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CCAC3FB-F4E3-4FD0-BC46-E9FA14EFD7E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9625B0-023F-45EA-A50B-BE8DFC8B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6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FCCC-AC47-403C-9366-347A84B7B55C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046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A710-185D-4223-B55E-854EC505C269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25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B2C-6950-4B0D-818E-B8BD47969A94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968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B498-8226-41DF-A95D-4B1758C7295D}" type="datetime1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EDAA-89A1-4F8A-9962-D9E2809FA9E9}" type="datetime1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997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513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7792-C37F-4A34-A112-F0070C7F4333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529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BC26-91B1-4C50-BE35-8795EE1A2356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7692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9D6F-C8DE-4D62-A7E4-AA6606139B7B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715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7F89-E7DD-42D8-8B58-5235AB686501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408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9396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EE8FA-6C47-44FF-8618-9D1635FF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CE6D9B-E647-49E7-9E60-BE83225634E1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01-01-2026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1173-6F66-46E9-A4C7-C4A54B04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7738-9F0F-43CB-810B-1E244A5C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483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810-A464-FE12-163B-55ADFE2A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A19D4-86EE-1B87-46B9-032917C2F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BD3E-E9CF-7B01-5ED2-F5B45EDB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AE94-169A-4DEA-88B3-C5D4C882F9E6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4CC-8657-F2DA-69B3-241A99D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F078-30D4-9585-02AC-C2E6EF1C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0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819-B3A7-9EDE-D7C3-8FB5905C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5DB1-02ED-A8DC-FCCA-A67B708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D0BC-9110-A470-5EF0-0EE55275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A0D3-0C2F-4BEA-84B5-7A68FF7D3368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AEF6-A369-88B7-CDFA-FD9B105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8CA5-2E17-0D2F-91F7-5B6D1F6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4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BC56-21FB-EEBE-BC45-5143BF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6BE9-3C2A-17FB-87C2-BD24B15F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1AE2-0DCB-46F1-BF15-DCB53B6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7CB-656F-4EBB-A136-C3FDD4612D88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D729-474E-9735-DE7E-D114775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E9282-36B8-CDA7-0FE2-278ED01B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D262-2836-99AF-CD7F-CB09EBB3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C74-7D82-0857-7A99-B3C8E1CF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E60-CE81-1078-FC4A-2F236B3B7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336D-62BB-3C32-00C5-9D0E311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3B88-0020-44C3-AFFF-0E49B3F2463F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BAA1B-1B83-4E47-FC94-56945DF6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53828-C9D9-3885-41D7-5E3D19CE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1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5B05-E4CA-C872-C737-384851CF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1738-D01E-5EFB-D0AA-AEB2225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D1D1-1490-4FD9-E33F-62AA0131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F92C-ED85-F3C8-F15C-1E6FC740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428E-0AAC-D3DE-20C8-EA7502183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B2622-6BE3-55A3-0DEE-68E33DB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EAF6-1CA4-4C7E-B724-B5BFAE52D2EC}" type="datetime1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FB727-1FF9-41C3-14DC-50BA52FB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B5BB-B963-E192-736E-B1423F37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22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03B-12DA-4E43-DC6D-EEC29D7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CED-C82A-ACFF-8E14-8CE9181C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F69-7311-47DF-91AB-4FFEC211C186}" type="datetime1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D8EB3-D3FC-57DF-D0FB-74B5E51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57E2E-4D48-BFA2-D83B-87A59325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2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E7A8-5103-20A9-A0E9-C319717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BCF3-8539-4470-923F-7F39E7B06160}" type="datetime1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F5766-83A2-B291-33A5-2509C68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B18-73D1-83C7-21E4-F6EDF91D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3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D715-3C0B-712B-DBB4-A1261A94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FF22-C30F-12D8-7720-6CF08DF8F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C555E-7B14-96BB-B707-49A651F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9B85-01E5-8EE2-1A44-6E65CEB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B67-1871-4DA7-89AF-FD4FF5F50C5A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0D45-79E5-9F78-F370-BBE5A24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2228-BB35-5FE5-E42A-CE14EB82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5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0BAE-D582-EAA2-4D28-5AD6F5EF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F636-3B14-35FC-D8FF-3DB13B7C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0041-5F80-20E5-589A-F56EC4C8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7C5B-7C80-072D-AD96-3074B0BD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9DF5-0705-4657-A2EF-74F3755D8D7A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08263-70AB-E265-FDC0-14421ED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1AD7-EE57-84C5-204C-EF2C2FD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6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A70C-1631-0CC4-5DD0-35555227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1EEE-264D-6362-7C38-AE1A1009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6F1C-1BF2-C395-E0C9-D58EFF47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7786-DC32-4A50-B49D-7DE296F09924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E846-2998-E810-75E4-C6E71E81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72BB-B40C-3C94-F680-4980CFB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9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61CA6-2CA4-9E45-E3DB-FD2CD59D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9F6A-D44C-800E-6B4D-7C659D85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F0E0-29D4-256B-03DD-1359C345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3A5-D720-4336-AC7F-F62CB3903813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93AF-A6D0-37AB-B793-53CDFA88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62B0-5855-FE87-F83A-338D29F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6669-728A-4767-A58B-E061FE28389A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5" r:id="rId13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3397D-9FB2-09F8-105B-1686345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3588-F929-1590-1A3B-5954709C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19E-DBB2-C833-E6ED-BE195FA4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466D2-B7C0-4A86-8132-5C4294393C50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197E-D729-1883-52C1-0FAC85E5A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1F47-0E3C-D8A7-3B0C-AD8B0784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4D911-7BCC-2E5A-0235-05C22F2A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 descr="A picture containing text, building&#10;&#10;Description automatically generated">
            <a:extLst>
              <a:ext uri="{FF2B5EF4-FFF2-40B4-BE49-F238E27FC236}">
                <a16:creationId xmlns:a16="http://schemas.microsoft.com/office/drawing/2014/main" id="{B299C7FA-3AB7-35A1-B066-BEED22692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14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14:cNvPr>
              <p14:cNvContentPartPr/>
              <p14:nvPr/>
            </p14:nvContentPartPr>
            <p14:xfrm>
              <a:off x="240611" y="262931"/>
              <a:ext cx="4586040" cy="128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11" y="199931"/>
                <a:ext cx="4711680" cy="1409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3107981-89E8-BD3E-3A28-29E4039B4AA7}"/>
              </a:ext>
            </a:extLst>
          </p:cNvPr>
          <p:cNvSpPr/>
          <p:nvPr/>
        </p:nvSpPr>
        <p:spPr>
          <a:xfrm>
            <a:off x="6172200" y="152400"/>
            <a:ext cx="5779189" cy="112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BB2B8-324B-7F32-A7FA-245E218D39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F3330-170B-2DFF-58DC-231D418F4399}"/>
              </a:ext>
            </a:extLst>
          </p:cNvPr>
          <p:cNvSpPr txBox="1"/>
          <p:nvPr/>
        </p:nvSpPr>
        <p:spPr>
          <a:xfrm>
            <a:off x="7447216" y="467450"/>
            <a:ext cx="426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7015B-A185-D275-5F7A-FDAB81785920}"/>
              </a:ext>
            </a:extLst>
          </p:cNvPr>
          <p:cNvSpPr txBox="1"/>
          <p:nvPr/>
        </p:nvSpPr>
        <p:spPr>
          <a:xfrm>
            <a:off x="1307600" y="1428750"/>
            <a:ext cx="92179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AB25AE"/>
                </a:solidFill>
                <a:latin typeface="Adani Bold" panose="02000503000000020004" pitchFamily="2" charset="0"/>
              </a:rPr>
              <a:t>Mobile Market Pricing &amp; Feature Impact on Buying Decisions</a:t>
            </a:r>
            <a:endParaRPr lang="en-US" sz="2800" dirty="0">
              <a:solidFill>
                <a:srgbClr val="0070C0"/>
              </a:solidFill>
              <a:latin typeface="Adani Bold" panose="02000503000000020004" pitchFamily="2" charset="0"/>
            </a:endParaRPr>
          </a:p>
          <a:p>
            <a:pPr algn="ctr"/>
            <a:endParaRPr lang="en-US" sz="4000" dirty="0">
              <a:solidFill>
                <a:schemeClr val="accent1"/>
              </a:solidFill>
              <a:latin typeface="Adani 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09180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7D4E1-500A-8D99-BC8A-0B00A8379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039" y="999209"/>
            <a:ext cx="12192000" cy="2699657"/>
          </a:xfrm>
        </p:spPr>
        <p:txBody>
          <a:bodyPr>
            <a:normAutofit/>
          </a:bodyPr>
          <a:lstStyle/>
          <a:p>
            <a:pPr algn="l"/>
            <a:br>
              <a:rPr lang="en-US" sz="36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  <a:t> </a:t>
            </a:r>
            <a:b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endParaRPr lang="en-US" sz="3400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63AC069-7FB4-EAD7-5966-3FC17882B0C5}"/>
              </a:ext>
            </a:extLst>
          </p:cNvPr>
          <p:cNvSpPr txBox="1">
            <a:spLocks/>
          </p:cNvSpPr>
          <p:nvPr/>
        </p:nvSpPr>
        <p:spPr>
          <a:xfrm>
            <a:off x="402771" y="5415475"/>
            <a:ext cx="12192000" cy="543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4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8B3251-9031-131C-0FA2-0A64F568A848}"/>
              </a:ext>
            </a:extLst>
          </p:cNvPr>
          <p:cNvSpPr txBox="1">
            <a:spLocks/>
          </p:cNvSpPr>
          <p:nvPr/>
        </p:nvSpPr>
        <p:spPr>
          <a:xfrm>
            <a:off x="746356" y="1609906"/>
            <a:ext cx="10841989" cy="13778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>
                <a:solidFill>
                  <a:schemeClr val="bg2">
                    <a:lumMod val="75000"/>
                  </a:schemeClr>
                </a:solidFill>
              </a:rPr>
              <a:t>Project</a:t>
            </a:r>
            <a:r>
              <a:rPr lang="en-IN" sz="44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algn="l"/>
            <a:endParaRPr lang="en-IN" sz="3600" dirty="0">
              <a:solidFill>
                <a:schemeClr val="bg2">
                  <a:lumMod val="75000"/>
                </a:schemeClr>
              </a:solidFill>
            </a:endParaRPr>
          </a:p>
          <a:p>
            <a:pPr algn="l"/>
            <a:r>
              <a:rPr lang="en-US" sz="4000" dirty="0">
                <a:solidFill>
                  <a:srgbClr val="AB25AE"/>
                </a:solidFill>
                <a:latin typeface="Adani Bold" panose="02000503000000020004" pitchFamily="2" charset="0"/>
              </a:rPr>
              <a:t>Mobile Market Pricing &amp; Feature Impact on Buying Decisions</a:t>
            </a:r>
            <a:endParaRPr lang="en-US" sz="4000" dirty="0">
              <a:solidFill>
                <a:srgbClr val="0070C0"/>
              </a:solidFill>
              <a:latin typeface="Adani Bold" panose="02000503000000020004" pitchFamily="2" charset="0"/>
            </a:endParaRPr>
          </a:p>
          <a:p>
            <a:pPr algn="l"/>
            <a:endParaRPr lang="en-IN"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782599-E835-28C9-97DA-D89082D08843}"/>
              </a:ext>
            </a:extLst>
          </p:cNvPr>
          <p:cNvSpPr txBox="1">
            <a:spLocks/>
          </p:cNvSpPr>
          <p:nvPr/>
        </p:nvSpPr>
        <p:spPr>
          <a:xfrm>
            <a:off x="1148081" y="3194300"/>
            <a:ext cx="9144000" cy="21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200">
              <a:solidFill>
                <a:schemeClr val="tx1">
                  <a:lumMod val="75000"/>
                  <a:lumOff val="25000"/>
                </a:schemeClr>
              </a:solidFill>
              <a:latin typeface="Adani Bold" panose="02000503000000020004" pitchFamily="2" charset="0"/>
            </a:endParaRPr>
          </a:p>
          <a:p>
            <a:pPr algn="l"/>
            <a:endParaRPr lang="en-IN" sz="2200">
              <a:solidFill>
                <a:schemeClr val="tx1">
                  <a:lumMod val="75000"/>
                  <a:lumOff val="25000"/>
                </a:schemeClr>
              </a:solidFill>
              <a:latin typeface="Adani Bold" panose="02000503000000020004" pitchFamily="2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3D21C1ED-028E-6C1D-96F9-CA6BE4A8E0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813968"/>
              </p:ext>
            </p:extLst>
          </p:nvPr>
        </p:nvGraphicFramePr>
        <p:xfrm>
          <a:off x="746356" y="2944139"/>
          <a:ext cx="10207625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10206925" imgH="86536" progId="CorelDraw.Graphic.20">
                  <p:embed/>
                </p:oleObj>
              </mc:Choice>
              <mc:Fallback>
                <p:oleObj name="CorelDRAW" r:id="rId3" imgW="10206925" imgH="86536" progId="CorelDraw.Graphic.2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3D21C1ED-028E-6C1D-96F9-CA6BE4A8E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356" y="2944139"/>
                        <a:ext cx="10207625" cy="8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ubtitle 2">
            <a:extLst>
              <a:ext uri="{FF2B5EF4-FFF2-40B4-BE49-F238E27FC236}">
                <a16:creationId xmlns:a16="http://schemas.microsoft.com/office/drawing/2014/main" id="{F641E830-B379-3A09-6074-EF31E36E67FE}"/>
              </a:ext>
            </a:extLst>
          </p:cNvPr>
          <p:cNvSpPr txBox="1">
            <a:spLocks/>
          </p:cNvSpPr>
          <p:nvPr/>
        </p:nvSpPr>
        <p:spPr>
          <a:xfrm>
            <a:off x="1148081" y="4553556"/>
            <a:ext cx="9144000" cy="583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8F554E0-F4F5-2495-D2F5-4CF8771C7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032258"/>
              </p:ext>
            </p:extLst>
          </p:nvPr>
        </p:nvGraphicFramePr>
        <p:xfrm>
          <a:off x="872924" y="3432684"/>
          <a:ext cx="9954491" cy="224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8473">
                  <a:extLst>
                    <a:ext uri="{9D8B030D-6E8A-4147-A177-3AD203B41FA5}">
                      <a16:colId xmlns:a16="http://schemas.microsoft.com/office/drawing/2014/main" val="3728578745"/>
                    </a:ext>
                  </a:extLst>
                </a:gridCol>
                <a:gridCol w="5347854">
                  <a:extLst>
                    <a:ext uri="{9D8B030D-6E8A-4147-A177-3AD203B41FA5}">
                      <a16:colId xmlns:a16="http://schemas.microsoft.com/office/drawing/2014/main" val="753708452"/>
                    </a:ext>
                  </a:extLst>
                </a:gridCol>
                <a:gridCol w="3318164">
                  <a:extLst>
                    <a:ext uri="{9D8B030D-6E8A-4147-A177-3AD203B41FA5}">
                      <a16:colId xmlns:a16="http://schemas.microsoft.com/office/drawing/2014/main" val="3275764715"/>
                    </a:ext>
                  </a:extLst>
                </a:gridCol>
              </a:tblGrid>
              <a:tr h="373624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ENROLLMENT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5011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Bhoomi Modi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14785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Meshwa Trivedi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64061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Kushagra Mishra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20251029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994346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Umesh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183159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Anish Mishra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20251005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5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34237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4576-2AC6-B1E8-0FC0-0493260D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Project Objective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D617-BC97-23A3-1113-05C9A384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Analyze Mobile Pricing Trends:</a:t>
            </a:r>
            <a:br>
              <a:rPr lang="en-US" sz="2000" dirty="0"/>
            </a:br>
            <a:r>
              <a:rPr lang="en-US" sz="2000" dirty="0"/>
              <a:t>Examine smartphone prices across different brands and models to understand market segmentation and premium vs budget positioning.</a:t>
            </a:r>
          </a:p>
          <a:p>
            <a:r>
              <a:rPr lang="en-US" sz="2000" b="1" dirty="0"/>
              <a:t>Evaluate Feature Impact on Customer Ratings:</a:t>
            </a:r>
            <a:br>
              <a:rPr lang="en-US" sz="2000" dirty="0"/>
            </a:br>
            <a:r>
              <a:rPr lang="en-US" sz="2000" dirty="0"/>
              <a:t>Assess how key features such as battery capacity, RAM, storage, camera specifications, and processor type influence customer ratings and satisfaction.</a:t>
            </a:r>
          </a:p>
          <a:p>
            <a:r>
              <a:rPr lang="en-US" sz="2000" b="1" dirty="0"/>
              <a:t>Understand Buying Decision Drivers:</a:t>
            </a:r>
            <a:br>
              <a:rPr lang="en-US" sz="2000" dirty="0"/>
            </a:br>
            <a:r>
              <a:rPr lang="en-US" sz="2000" dirty="0"/>
              <a:t>Analyze the relationship between price, features, and user feedback to determine which factors most strongly influence consumer purchasing decisions.</a:t>
            </a:r>
          </a:p>
          <a:p>
            <a:r>
              <a:rPr lang="en-US" sz="2000" b="1" dirty="0"/>
              <a:t>Identify Overpriced and Underpriced Models:</a:t>
            </a:r>
            <a:br>
              <a:rPr lang="en-US" sz="2000" dirty="0"/>
            </a:br>
            <a:r>
              <a:rPr lang="en-US" sz="2000" dirty="0"/>
              <a:t>Pinpoint mobile models where high prices do not translate into higher customer ratings, highlighting potential overpricing.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4ECCA-ADEB-E1BC-BBE2-EB55EB87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2915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B78F-C748-F583-268F-2EAA7F28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7127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dirty="0">
                <a:cs typeface="Times New Roman" panose="02020603050405020304" pitchFamily="18" charset="0"/>
              </a:rPr>
              <a:t>Analytical Workflow (Methodology)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5FDA-1867-60DF-B8A0-3C90A98A8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sz="2000" b="1" dirty="0"/>
              <a:t>Data Import: </a:t>
            </a:r>
            <a:r>
              <a:rPr lang="en-US" sz="2000" dirty="0"/>
              <a:t>By loading the mobile market dataset into </a:t>
            </a:r>
            <a:r>
              <a:rPr lang="en-US" sz="2000" b="1" dirty="0"/>
              <a:t>Python </a:t>
            </a:r>
            <a:r>
              <a:rPr lang="en-US" sz="2000" b="1" dirty="0" err="1"/>
              <a:t>Jupyter</a:t>
            </a:r>
            <a:r>
              <a:rPr lang="en-US" sz="2000" b="1" dirty="0"/>
              <a:t> Notebook</a:t>
            </a:r>
            <a:r>
              <a:rPr lang="en-US" sz="2000" dirty="0"/>
              <a:t> 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Data Preprocessing: </a:t>
            </a:r>
            <a:r>
              <a:rPr lang="en-US" sz="2000" dirty="0"/>
              <a:t>By checking the structure of the dataset and treating </a:t>
            </a:r>
            <a:r>
              <a:rPr lang="en-US" sz="2000" b="1" dirty="0"/>
              <a:t>missing values</a:t>
            </a:r>
            <a:r>
              <a:rPr lang="en-US" sz="2000" dirty="0"/>
              <a:t> and </a:t>
            </a:r>
            <a:r>
              <a:rPr lang="en-US" sz="2000" b="1" dirty="0"/>
              <a:t>duplicate records</a:t>
            </a:r>
            <a:r>
              <a:rPr lang="en-US" sz="2000" dirty="0"/>
              <a:t>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Sales Volume Analysis: </a:t>
            </a:r>
            <a:r>
              <a:rPr lang="en-US" sz="2000" dirty="0"/>
              <a:t>Identify brands with the </a:t>
            </a:r>
            <a:r>
              <a:rPr lang="en-US" sz="2000" b="1" dirty="0"/>
              <a:t>highest sales volume</a:t>
            </a:r>
            <a:r>
              <a:rPr lang="en-US" sz="2000" dirty="0"/>
              <a:t> using the number of customer reviews as a proxy.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Price Analysis (Brand-wise): </a:t>
            </a:r>
            <a:r>
              <a:rPr lang="en-US" sz="2000" dirty="0"/>
              <a:t>Compare the </a:t>
            </a:r>
            <a:r>
              <a:rPr lang="en-US" sz="2000" b="1" dirty="0"/>
              <a:t>average selling price</a:t>
            </a:r>
            <a:r>
              <a:rPr lang="en-US" sz="2000" dirty="0"/>
              <a:t> across brands to identify premium and budget segments.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Feature vs Price Relationship: </a:t>
            </a:r>
            <a:r>
              <a:rPr lang="en-US" sz="2000" dirty="0"/>
              <a:t>Analyze whether </a:t>
            </a:r>
            <a:r>
              <a:rPr lang="en-US" sz="2000" b="1" dirty="0"/>
              <a:t>price increases with RAM capacity</a:t>
            </a:r>
            <a:r>
              <a:rPr lang="en-US" sz="2000" dirty="0"/>
              <a:t> and other key specifications.</a:t>
            </a:r>
          </a:p>
          <a:p>
            <a:pPr marL="457200" indent="-457200">
              <a:buAutoNum type="arabicParenR"/>
            </a:pPr>
            <a:r>
              <a:rPr lang="en-US" sz="2000" b="1" dirty="0"/>
              <a:t>Battery Capacity Impact: </a:t>
            </a:r>
            <a:r>
              <a:rPr lang="en-US" sz="2000" dirty="0"/>
              <a:t>Group mobiles by battery capacity (≤4500 </a:t>
            </a:r>
            <a:r>
              <a:rPr lang="en-US" sz="2000" dirty="0" err="1"/>
              <a:t>mAh</a:t>
            </a:r>
            <a:r>
              <a:rPr lang="en-US" sz="2000" dirty="0"/>
              <a:t>, 4501–5000 </a:t>
            </a:r>
            <a:r>
              <a:rPr lang="en-US" sz="2000" dirty="0" err="1"/>
              <a:t>mAh</a:t>
            </a:r>
            <a:r>
              <a:rPr lang="en-US" sz="2000" dirty="0"/>
              <a:t>, &gt;5000 </a:t>
            </a:r>
            <a:r>
              <a:rPr lang="en-US" sz="2000" dirty="0" err="1"/>
              <a:t>mAh</a:t>
            </a:r>
            <a:r>
              <a:rPr lang="en-US" sz="2000" dirty="0"/>
              <a:t>) and compare </a:t>
            </a:r>
            <a:r>
              <a:rPr lang="en-US" sz="2000" b="1" dirty="0"/>
              <a:t>average customer ratings</a:t>
            </a:r>
            <a:r>
              <a:rPr lang="en-US" sz="2000" dirty="0"/>
              <a:t>.</a:t>
            </a:r>
            <a:endParaRPr lang="en-US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D940E-E19F-3D4B-1B16-493BBBC7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9779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B55B-050A-5087-FC60-CD8D2625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9888DD-1B22-5D09-9397-7410C208D709}"/>
              </a:ext>
            </a:extLst>
          </p:cNvPr>
          <p:cNvSpPr txBox="1">
            <a:spLocks/>
          </p:cNvSpPr>
          <p:nvPr/>
        </p:nvSpPr>
        <p:spPr>
          <a:xfrm>
            <a:off x="899652" y="899794"/>
            <a:ext cx="10515600" cy="77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Dataset Overview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35B6A-D6DF-5546-43AA-79899F0459BF}"/>
              </a:ext>
            </a:extLst>
          </p:cNvPr>
          <p:cNvSpPr txBox="1"/>
          <p:nvPr/>
        </p:nvSpPr>
        <p:spPr>
          <a:xfrm>
            <a:off x="899652" y="19882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dataset contains </a:t>
            </a:r>
          </a:p>
          <a:p>
            <a:r>
              <a:rPr lang="en-IN" b="1" dirty="0"/>
              <a:t>      984 mobile phone records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EFF1B-5E62-DB94-12BC-686A0E520720}"/>
              </a:ext>
            </a:extLst>
          </p:cNvPr>
          <p:cNvSpPr txBox="1"/>
          <p:nvPr/>
        </p:nvSpPr>
        <p:spPr>
          <a:xfrm>
            <a:off x="899652" y="28541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includes </a:t>
            </a:r>
            <a:r>
              <a:rPr lang="en-US" b="1" dirty="0"/>
              <a:t>74 columns</a:t>
            </a:r>
            <a:r>
              <a:rPr lang="en-US" dirty="0"/>
              <a:t>,</a:t>
            </a:r>
          </a:p>
          <a:p>
            <a:r>
              <a:rPr lang="en-US" dirty="0"/>
              <a:t>     covering pricing, ratings, reviews,</a:t>
            </a:r>
          </a:p>
          <a:p>
            <a:r>
              <a:rPr lang="en-US" dirty="0"/>
              <a:t>     and detailed technical specifications.</a:t>
            </a:r>
            <a:endParaRPr lang="en-IN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C0FB75-949B-070D-B33D-06B33B613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8" y="1789471"/>
            <a:ext cx="5739580" cy="493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6766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35E2-A3A3-F976-A3B9-D1F84C48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Mobile Market Net Demand Flow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CBADF-FE0A-503C-20AA-042F3FE1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0A53A-D6CE-6673-E320-DB77E2D92D3C}"/>
              </a:ext>
            </a:extLst>
          </p:cNvPr>
          <p:cNvSpPr txBox="1"/>
          <p:nvPr/>
        </p:nvSpPr>
        <p:spPr>
          <a:xfrm>
            <a:off x="532040" y="2016443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This Visual Shows</a:t>
            </a:r>
          </a:p>
          <a:p>
            <a:r>
              <a:rPr lang="en-US" dirty="0"/>
              <a:t>Brands with </a:t>
            </a:r>
            <a:r>
              <a:rPr lang="en-US" b="1" dirty="0"/>
              <a:t>strong and consistent market demand</a:t>
            </a:r>
            <a:endParaRPr lang="en-US" dirty="0"/>
          </a:p>
          <a:p>
            <a:r>
              <a:rPr lang="en-US" dirty="0"/>
              <a:t>Relative dominance of premium vs budget brands</a:t>
            </a:r>
          </a:p>
          <a:p>
            <a:r>
              <a:rPr lang="en-US" dirty="0"/>
              <a:t>Market leaders versus low-penetration brands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AF527-96B7-E398-9721-F39F9391FFED}"/>
              </a:ext>
            </a:extLst>
          </p:cNvPr>
          <p:cNvSpPr txBox="1"/>
          <p:nvPr/>
        </p:nvSpPr>
        <p:spPr>
          <a:xfrm>
            <a:off x="532040" y="3666812"/>
            <a:ext cx="6098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 leads market demand</a:t>
            </a:r>
            <a:r>
              <a:rPr lang="en-US" dirty="0"/>
              <a:t>, reflecting strong </a:t>
            </a:r>
          </a:p>
          <a:p>
            <a:r>
              <a:rPr lang="en-US" dirty="0"/>
              <a:t> brand loyalty.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Samsung maintains broad appeal</a:t>
            </a:r>
            <a:r>
              <a:rPr lang="en-US" dirty="0"/>
              <a:t> across </a:t>
            </a:r>
          </a:p>
          <a:p>
            <a:r>
              <a:rPr lang="en-US" dirty="0"/>
              <a:t> multiple price segments.</a:t>
            </a:r>
          </a:p>
          <a:p>
            <a:r>
              <a:rPr lang="en-US" b="1" dirty="0"/>
              <a:t> POCO and Realme dominate the value-for-money </a:t>
            </a:r>
          </a:p>
          <a:p>
            <a:r>
              <a:rPr lang="en-US" b="1" dirty="0"/>
              <a:t> segment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Nokia and </a:t>
            </a:r>
            <a:r>
              <a:rPr lang="en-US" b="1" dirty="0" err="1"/>
              <a:t>Kechaoda</a:t>
            </a:r>
            <a:r>
              <a:rPr lang="en-US" b="1" dirty="0"/>
              <a:t> show lower market traction</a:t>
            </a:r>
            <a:r>
              <a:rPr lang="en-US" dirty="0"/>
              <a:t>.</a:t>
            </a:r>
          </a:p>
        </p:txBody>
      </p:sp>
      <p:pic>
        <p:nvPicPr>
          <p:cNvPr id="8" name="Content Placeholder 7" descr="A graph of sales volume&#10;&#10;AI-generated content may be incorrect.">
            <a:extLst>
              <a:ext uri="{FF2B5EF4-FFF2-40B4-BE49-F238E27FC236}">
                <a16:creationId xmlns:a16="http://schemas.microsoft.com/office/drawing/2014/main" id="{6820B317-56E3-FE26-5488-DEC289511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072" y="2231153"/>
            <a:ext cx="6518787" cy="4218807"/>
          </a:xfrm>
        </p:spPr>
      </p:pic>
    </p:spTree>
    <p:extLst>
      <p:ext uri="{BB962C8B-B14F-4D97-AF65-F5344CB8AC3E}">
        <p14:creationId xmlns:p14="http://schemas.microsoft.com/office/powerpoint/2010/main" val="383612393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69EE-ADBB-90C7-69FB-2804E8AF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Average Selling Price Across All Brands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418F-067B-3F25-1D18-2194EF59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8" y="35659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    </a:t>
            </a:r>
          </a:p>
          <a:p>
            <a:pPr marL="0" indent="0">
              <a:buNone/>
            </a:pPr>
            <a:r>
              <a:rPr lang="en-US" sz="1800" b="1" dirty="0"/>
              <a:t>     Key Insights</a:t>
            </a:r>
          </a:p>
          <a:p>
            <a:r>
              <a:rPr lang="en-US" sz="1800" b="1" dirty="0"/>
              <a:t>Apple leads in average price</a:t>
            </a:r>
            <a:r>
              <a:rPr lang="en-US" sz="1800" dirty="0"/>
              <a:t>, reflecting a </a:t>
            </a:r>
          </a:p>
          <a:p>
            <a:pPr marL="0" indent="0">
              <a:buNone/>
            </a:pPr>
            <a:r>
              <a:rPr lang="en-US" sz="1800" dirty="0"/>
              <a:t>    premium strategy.</a:t>
            </a:r>
          </a:p>
          <a:p>
            <a:r>
              <a:rPr lang="en-US" sz="1800" b="1" dirty="0"/>
              <a:t>Google and Nothing</a:t>
            </a:r>
            <a:r>
              <a:rPr lang="en-US" sz="1800" dirty="0"/>
              <a:t> also fall in </a:t>
            </a:r>
          </a:p>
          <a:p>
            <a:pPr marL="0" indent="0">
              <a:buNone/>
            </a:pPr>
            <a:r>
              <a:rPr lang="en-US" sz="1800" dirty="0"/>
              <a:t>     the higher price range.</a:t>
            </a:r>
          </a:p>
          <a:p>
            <a:r>
              <a:rPr lang="en-US" sz="1800" b="1" dirty="0"/>
              <a:t>Samsung and Xiaomi</a:t>
            </a:r>
            <a:r>
              <a:rPr lang="en-US" sz="1800" dirty="0"/>
              <a:t> offer competitive mid-range pricing.</a:t>
            </a:r>
          </a:p>
          <a:p>
            <a:r>
              <a:rPr lang="en-US" sz="1800" b="1" dirty="0" err="1"/>
              <a:t>iQOO</a:t>
            </a:r>
            <a:r>
              <a:rPr lang="en-US" sz="1800" b="1" dirty="0"/>
              <a:t>, OPPO, and Mi</a:t>
            </a:r>
            <a:r>
              <a:rPr lang="en-US" sz="1800" dirty="0"/>
              <a:t> focus on affordability and value.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7AC5F-EDD9-8775-4B04-6335501D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D2765-E6CB-0C5A-5D34-5E6DCBEACC93}"/>
              </a:ext>
            </a:extLst>
          </p:cNvPr>
          <p:cNvSpPr txBox="1"/>
          <p:nvPr/>
        </p:nvSpPr>
        <p:spPr>
          <a:xfrm>
            <a:off x="700550" y="1825625"/>
            <a:ext cx="6098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bar chart compares </a:t>
            </a:r>
            <a:r>
              <a:rPr lang="en-US" b="1" dirty="0"/>
              <a:t>average selling </a:t>
            </a:r>
          </a:p>
          <a:p>
            <a:r>
              <a:rPr lang="en-US" b="1" dirty="0"/>
              <a:t>  prices across different mobile brands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Each bar represents the </a:t>
            </a:r>
            <a:r>
              <a:rPr lang="en-US" b="1" dirty="0"/>
              <a:t>mean price of </a:t>
            </a:r>
          </a:p>
          <a:p>
            <a:r>
              <a:rPr lang="en-US" b="1" dirty="0"/>
              <a:t>  all models</a:t>
            </a:r>
            <a:r>
              <a:rPr lang="en-US" dirty="0"/>
              <a:t> offered by a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visual helps identify </a:t>
            </a:r>
            <a:r>
              <a:rPr lang="en-US" b="1" dirty="0"/>
              <a:t>premium vs </a:t>
            </a:r>
          </a:p>
          <a:p>
            <a:r>
              <a:rPr lang="en-US" b="1" dirty="0"/>
              <a:t>  budget brands</a:t>
            </a:r>
            <a:r>
              <a:rPr lang="en-US" dirty="0"/>
              <a:t> in the mobile market.</a:t>
            </a:r>
          </a:p>
        </p:txBody>
      </p:sp>
      <p:pic>
        <p:nvPicPr>
          <p:cNvPr id="7" name="Picture 6" descr="A graph of a number of brands&#10;&#10;AI-generated content may be incorrect.">
            <a:extLst>
              <a:ext uri="{FF2B5EF4-FFF2-40B4-BE49-F238E27FC236}">
                <a16:creationId xmlns:a16="http://schemas.microsoft.com/office/drawing/2014/main" id="{0CFE52AA-69C2-8C17-B58A-C69C404CC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065" y="2083900"/>
            <a:ext cx="6971070" cy="385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0105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4488-8898-CF1A-453B-18703DCE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Relationship Between RAM Size And Price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A0836-1960-03E5-8C59-95571ADF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graph of storage and storage&#10;&#10;AI-generated content may be incorrect.">
            <a:extLst>
              <a:ext uri="{FF2B5EF4-FFF2-40B4-BE49-F238E27FC236}">
                <a16:creationId xmlns:a16="http://schemas.microsoft.com/office/drawing/2014/main" id="{130DE259-B16B-6F13-F6DE-43443479A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509" y="2094126"/>
            <a:ext cx="6454491" cy="381433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96BDADC-AC72-B5DD-D50B-9AF2BC271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922" y="2010291"/>
            <a:ext cx="54425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capacity (GB)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dot represents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mobile phone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D8A91-A01C-8801-58A4-38676FA47624}"/>
              </a:ext>
            </a:extLst>
          </p:cNvPr>
          <p:cNvSpPr txBox="1"/>
          <p:nvPr/>
        </p:nvSpPr>
        <p:spPr>
          <a:xfrm>
            <a:off x="707922" y="1825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FF239-19BA-F5C9-E74D-D2804AE37076}"/>
              </a:ext>
            </a:extLst>
          </p:cNvPr>
          <p:cNvSpPr txBox="1"/>
          <p:nvPr/>
        </p:nvSpPr>
        <p:spPr>
          <a:xfrm>
            <a:off x="707922" y="406287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Phones with </a:t>
            </a:r>
            <a:r>
              <a:rPr lang="en-US" b="1" dirty="0"/>
              <a:t>higher storage generally cost more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Phones with the </a:t>
            </a:r>
            <a:r>
              <a:rPr lang="en-US" b="1" dirty="0"/>
              <a:t>same storage can have very different prices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affects price, but </a:t>
            </a:r>
            <a:r>
              <a:rPr lang="en-US" b="1" dirty="0"/>
              <a:t>brand and features also matter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866322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84F6-21D7-2994-3642-EC4B6A06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Price-to-Rating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E19E-6AFE-2915-29E8-66127CCF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2D1A6-C5D3-B912-1B93-B2B76EE312A7}"/>
              </a:ext>
            </a:extLst>
          </p:cNvPr>
          <p:cNvSpPr txBox="1"/>
          <p:nvPr/>
        </p:nvSpPr>
        <p:spPr>
          <a:xfrm>
            <a:off x="712790" y="2193296"/>
            <a:ext cx="6098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bar chart shows the </a:t>
            </a:r>
            <a:r>
              <a:rPr lang="en-US" b="1" dirty="0"/>
              <a:t>top 10 mobile brands with the lowest price-to-rating ratio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price-to-rating ratio</a:t>
            </a:r>
            <a:r>
              <a:rPr lang="en-US" dirty="0"/>
              <a:t> is calculated as:</a:t>
            </a:r>
            <a:br>
              <a:rPr lang="en-US" dirty="0"/>
            </a:br>
            <a:r>
              <a:rPr lang="en-US" b="1" dirty="0"/>
              <a:t>Average Price ÷ Average Rating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lower ratio means better value for money</a:t>
            </a:r>
            <a:r>
              <a:rPr lang="en-US" dirty="0"/>
              <a:t>, as customers receive higher ratings at a lower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brands are sorted from </a:t>
            </a:r>
            <a:r>
              <a:rPr lang="en-US" b="1" dirty="0"/>
              <a:t>best value (left)</a:t>
            </a:r>
            <a:r>
              <a:rPr lang="en-US" dirty="0"/>
              <a:t> to </a:t>
            </a:r>
            <a:r>
              <a:rPr lang="en-US" b="1" dirty="0"/>
              <a:t>relatively lower value (right)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C79DA-4A57-CE48-BE2C-52F7832266B1}"/>
              </a:ext>
            </a:extLst>
          </p:cNvPr>
          <p:cNvSpPr txBox="1"/>
          <p:nvPr/>
        </p:nvSpPr>
        <p:spPr>
          <a:xfrm>
            <a:off x="712790" y="5078822"/>
            <a:ext cx="6098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price-to-rating ratio indicates </a:t>
            </a:r>
            <a:r>
              <a:rPr lang="en-US" b="1" dirty="0"/>
              <a:t>better value for money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Budget and mid-range brands </a:t>
            </a:r>
            <a:r>
              <a:rPr lang="en-US" b="1" dirty="0"/>
              <a:t>outperform premium brands</a:t>
            </a:r>
            <a:r>
              <a:rPr lang="en-US" dirty="0"/>
              <a:t> in value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prices </a:t>
            </a:r>
            <a:r>
              <a:rPr lang="en-US" b="1" dirty="0"/>
              <a:t>do not guarantee higher customer satisfaction</a:t>
            </a:r>
            <a:r>
              <a:rPr lang="en-US" dirty="0"/>
              <a:t>.</a:t>
            </a:r>
          </a:p>
        </p:txBody>
      </p:sp>
      <p:pic>
        <p:nvPicPr>
          <p:cNvPr id="8" name="Content Placeholder 7" descr="A graph of a number of brands&#10;&#10;AI-generated content may be incorrect.">
            <a:extLst>
              <a:ext uri="{FF2B5EF4-FFF2-40B4-BE49-F238E27FC236}">
                <a16:creationId xmlns:a16="http://schemas.microsoft.com/office/drawing/2014/main" id="{D9A72761-B696-5315-6636-27FCEAEF8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4" y="1970169"/>
            <a:ext cx="5850193" cy="3506400"/>
          </a:xfrm>
        </p:spPr>
      </p:pic>
    </p:spTree>
    <p:extLst>
      <p:ext uri="{BB962C8B-B14F-4D97-AF65-F5344CB8AC3E}">
        <p14:creationId xmlns:p14="http://schemas.microsoft.com/office/powerpoint/2010/main" val="77869817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7BF-0E32-6699-5E72-352C0B79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Capacity vs Average Rating</a:t>
            </a:r>
            <a:endParaRPr lang="en-IN" dirty="0"/>
          </a:p>
        </p:txBody>
      </p:sp>
      <p:pic>
        <p:nvPicPr>
          <p:cNvPr id="9" name="Content Placeholder 8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670D770D-EAF7-D03B-97B3-2A34FE3DA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51" y="2005012"/>
            <a:ext cx="4630610" cy="435133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FE57E-1A31-6F86-16E4-9CEB3E7F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4DA84-4DA9-E43B-AA0F-B4A7F104EF66}"/>
              </a:ext>
            </a:extLst>
          </p:cNvPr>
          <p:cNvSpPr txBox="1"/>
          <p:nvPr/>
        </p:nvSpPr>
        <p:spPr>
          <a:xfrm>
            <a:off x="1017815" y="2005012"/>
            <a:ext cx="6098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This Visual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Compares </a:t>
            </a:r>
            <a:r>
              <a:rPr lang="en-US" b="1" dirty="0"/>
              <a:t>average customer ratings</a:t>
            </a:r>
            <a:r>
              <a:rPr lang="en-US" dirty="0"/>
              <a:t> across three battery capacity groups:</a:t>
            </a:r>
            <a:br>
              <a:rPr lang="en-US" dirty="0"/>
            </a:br>
            <a:r>
              <a:rPr lang="en-US" dirty="0"/>
              <a:t>≤4500 </a:t>
            </a:r>
            <a:r>
              <a:rPr lang="en-US" dirty="0" err="1"/>
              <a:t>mAh</a:t>
            </a:r>
            <a:r>
              <a:rPr lang="en-US" dirty="0"/>
              <a:t>, 4501–5000 </a:t>
            </a:r>
            <a:r>
              <a:rPr lang="en-US" dirty="0" err="1"/>
              <a:t>mAh</a:t>
            </a:r>
            <a:r>
              <a:rPr lang="en-US" dirty="0"/>
              <a:t>, and &gt;5000 </a:t>
            </a:r>
            <a:r>
              <a:rPr lang="en-US" dirty="0" err="1"/>
              <a:t>mAh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which battery range delivers the </a:t>
            </a:r>
            <a:r>
              <a:rPr lang="en-US" b="1" dirty="0"/>
              <a:t>best user satisfaction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4501–5000 </a:t>
            </a:r>
            <a:r>
              <a:rPr lang="en-US" b="1" dirty="0" err="1"/>
              <a:t>mAh</a:t>
            </a:r>
            <a:r>
              <a:rPr lang="en-US" b="1" dirty="0"/>
              <a:t> phones receive the highest average ratings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large batteries (&gt;5000 </a:t>
            </a:r>
            <a:r>
              <a:rPr lang="en-US" dirty="0" err="1"/>
              <a:t>mAh</a:t>
            </a:r>
            <a:r>
              <a:rPr lang="en-US" dirty="0"/>
              <a:t>) </a:t>
            </a:r>
            <a:r>
              <a:rPr lang="en-US" b="1" dirty="0"/>
              <a:t>do not significantly improve ratings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Smaller batteries (≤4500 </a:t>
            </a:r>
            <a:r>
              <a:rPr lang="en-US" dirty="0" err="1"/>
              <a:t>mAh</a:t>
            </a:r>
            <a:r>
              <a:rPr lang="en-US" dirty="0"/>
              <a:t>) show </a:t>
            </a:r>
            <a:r>
              <a:rPr lang="en-US" b="1" dirty="0"/>
              <a:t>slightly lower satisfaction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76917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8069-3F7B-5404-2219-F0F83468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Top 10 Most Expensive Mobile Models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D62B-0F70-81D6-FB6D-7B152590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56" y="183237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What This Visual Shows </a:t>
            </a:r>
          </a:p>
          <a:p>
            <a:r>
              <a:rPr lang="en-US" sz="1800" dirty="0"/>
              <a:t>Displays the </a:t>
            </a:r>
            <a:r>
              <a:rPr lang="en-US" sz="1800" b="1" dirty="0"/>
              <a:t>highest-priced smartphone models</a:t>
            </a:r>
            <a:r>
              <a:rPr lang="en-US" sz="1800" dirty="0"/>
              <a:t> </a:t>
            </a:r>
          </a:p>
          <a:p>
            <a:r>
              <a:rPr lang="en-US" sz="1800" dirty="0"/>
              <a:t>in the market Highlights price differences</a:t>
            </a:r>
          </a:p>
          <a:p>
            <a:r>
              <a:rPr lang="en-US" sz="1800" dirty="0"/>
              <a:t>within the ultra-premium segment 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Insights</a:t>
            </a:r>
          </a:p>
          <a:p>
            <a:r>
              <a:rPr lang="en-US" sz="1800" b="1" dirty="0"/>
              <a:t>iPhone 15 Pro Max leads the premium segment</a:t>
            </a:r>
            <a:r>
              <a:rPr lang="en-US" sz="1800" dirty="0"/>
              <a:t>.</a:t>
            </a:r>
          </a:p>
          <a:p>
            <a:r>
              <a:rPr lang="en-US" sz="1800" b="1" dirty="0"/>
              <a:t>Galaxy Z Fold models are highly priced</a:t>
            </a:r>
            <a:r>
              <a:rPr lang="en-US" sz="1800" dirty="0"/>
              <a:t> due to</a:t>
            </a:r>
          </a:p>
          <a:p>
            <a:pPr marL="0" indent="0">
              <a:buNone/>
            </a:pPr>
            <a:r>
              <a:rPr lang="en-US" sz="1800" dirty="0"/>
              <a:t>    foldable technology.</a:t>
            </a:r>
          </a:p>
          <a:p>
            <a:r>
              <a:rPr lang="en-US" sz="1800" b="1" dirty="0"/>
              <a:t>Flagship prices vary even within premium</a:t>
            </a:r>
          </a:p>
          <a:p>
            <a:pPr marL="0" indent="0">
              <a:buNone/>
            </a:pPr>
            <a:r>
              <a:rPr lang="en-US" sz="1800" b="1" dirty="0"/>
              <a:t>    brands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1BCFE-093B-D056-812A-8D665CBE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FA1A20C5-FEDC-2254-08EF-708F9A0BB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157" y="1832372"/>
            <a:ext cx="6634843" cy="37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25760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A66A-00E3-6751-7E09-92556528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Findings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0034C-FBBB-6CF5-5B5E-093E7F50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CC5FD0-FEB8-8F23-EF70-3FB04A63E6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722" y="2206925"/>
            <a:ext cx="114127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 dominates the premium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the highest average prices and strong customer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Samsung maintains wide market presence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catering to both premium and mid-range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Value-for-money brands (POCO, Realme, Xiaomi)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high sales volumes despite lower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price does not always translate into higher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value gap in premium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capacity positively influences customer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larger batteries receiving better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demand is concentrated among a few leading brands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smaller brands show limited traction.</a:t>
            </a:r>
          </a:p>
        </p:txBody>
      </p:sp>
    </p:spTree>
    <p:extLst>
      <p:ext uri="{BB962C8B-B14F-4D97-AF65-F5344CB8AC3E}">
        <p14:creationId xmlns:p14="http://schemas.microsoft.com/office/powerpoint/2010/main" val="129715135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CA68-3E79-4A48-DF08-2E816DFC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Key Learnings</a:t>
            </a:r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067F-11F7-5A45-F4B5-352796D4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Customer demand can be estimated using review volume</a:t>
            </a:r>
            <a:r>
              <a:rPr lang="en-US" sz="1800" dirty="0"/>
              <a:t> when sales data is unavailable.</a:t>
            </a:r>
          </a:p>
          <a:p>
            <a:r>
              <a:rPr lang="en-US" sz="1800" b="1" dirty="0"/>
              <a:t>Price alone does not drive customer satisfaction</a:t>
            </a:r>
            <a:r>
              <a:rPr lang="en-US" sz="1800" dirty="0"/>
              <a:t>; features and value matter more.</a:t>
            </a:r>
          </a:p>
          <a:p>
            <a:r>
              <a:rPr lang="en-US" sz="1800" b="1" dirty="0"/>
              <a:t>Premium brands rely on brand perception</a:t>
            </a:r>
            <a:r>
              <a:rPr lang="en-US" sz="1800" dirty="0"/>
              <a:t>, while budget brands compete on value.</a:t>
            </a:r>
          </a:p>
          <a:p>
            <a:r>
              <a:rPr lang="en-US" sz="1800" b="1" dirty="0"/>
              <a:t>Battery capacity and core features influence ratings</a:t>
            </a:r>
            <a:r>
              <a:rPr lang="en-US" sz="1800" dirty="0"/>
              <a:t> more consistently than price.</a:t>
            </a:r>
          </a:p>
          <a:p>
            <a:r>
              <a:rPr lang="en-US" sz="1800" b="1" dirty="0"/>
              <a:t>Data visualization helps uncover patterns</a:t>
            </a:r>
            <a:r>
              <a:rPr lang="en-US" sz="1800" dirty="0"/>
              <a:t> that are not obvious from raw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732C8-95D8-A9E8-77C1-3CA7FF6A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321CC4-C041-94C1-6149-6DE48B27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78128"/>
            <a:ext cx="90277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Budget phones succeed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they deliver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essential features reliably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Feature-driven competition is stronger than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price-driven competition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current market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85355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18063</TotalTime>
  <Words>1005</Words>
  <Application>Microsoft Office PowerPoint</Application>
  <PresentationFormat>Widescreen</PresentationFormat>
  <Paragraphs>154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Adani Bold</vt:lpstr>
      <vt:lpstr>Adani Regular</vt:lpstr>
      <vt:lpstr>Aptos</vt:lpstr>
      <vt:lpstr>Aptos Display</vt:lpstr>
      <vt:lpstr>Arial</vt:lpstr>
      <vt:lpstr>Calibri</vt:lpstr>
      <vt:lpstr>Times New Roman</vt:lpstr>
      <vt:lpstr>Adani</vt:lpstr>
      <vt:lpstr>Custom Design</vt:lpstr>
      <vt:lpstr>CorelDRAW</vt:lpstr>
      <vt:lpstr>PowerPoint Presentation</vt:lpstr>
      <vt:lpstr>   </vt:lpstr>
      <vt:lpstr>Project Objective</vt:lpstr>
      <vt:lpstr>Analytical Workflow (Methodology)</vt:lpstr>
      <vt:lpstr>PowerPoint Presentation</vt:lpstr>
      <vt:lpstr>Mobile Market Net Demand Flow</vt:lpstr>
      <vt:lpstr>Average Selling Price Across All Brands</vt:lpstr>
      <vt:lpstr>Relationship Between RAM Size And Price</vt:lpstr>
      <vt:lpstr>Price-to-Rating Analysis</vt:lpstr>
      <vt:lpstr>Battery Capacity vs Average Rating</vt:lpstr>
      <vt:lpstr>Top 10 Most Expensive Mobile Models</vt:lpstr>
      <vt:lpstr>Findings</vt:lpstr>
      <vt:lpstr>Key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Utkarsh  Sharma</dc:creator>
  <cp:lastModifiedBy>Bhoomi Panchiwala</cp:lastModifiedBy>
  <cp:revision>138</cp:revision>
  <cp:lastPrinted>2023-06-13T10:48:11Z</cp:lastPrinted>
  <dcterms:created xsi:type="dcterms:W3CDTF">2022-04-02T05:42:11Z</dcterms:created>
  <dcterms:modified xsi:type="dcterms:W3CDTF">2026-01-01T14:42:17Z</dcterms:modified>
</cp:coreProperties>
</file>